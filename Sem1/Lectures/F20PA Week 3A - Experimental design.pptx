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58" r:id="rId13"/>
    <p:sldId id="259" r:id="rId14"/>
    <p:sldId id="260" r:id="rId15"/>
    <p:sldId id="261" r:id="rId16"/>
    <p:sldId id="262" r:id="rId17"/>
    <p:sldId id="263" r:id="rId18"/>
    <p:sldId id="281" r:id="rId19"/>
    <p:sldId id="282" r:id="rId20"/>
    <p:sldId id="28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8849E-9986-4563-B67D-780EB439A98E}" v="86" dt="2025-09-22T12:47:47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29" autoAdjust="0"/>
  </p:normalViewPr>
  <p:slideViewPr>
    <p:cSldViewPr snapToGrid="0">
      <p:cViewPr varScale="1">
        <p:scale>
          <a:sx n="65" d="100"/>
          <a:sy n="65" d="100"/>
        </p:scale>
        <p:origin x="13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rcanu, Adrian" userId="e486f682-fd76-4f78-aa5a-44d69a6b88db" providerId="ADAL" clId="{343D2EC5-143C-4985-A55C-475C5E23CEC2}"/>
    <pc:docChg chg="undo custSel addSld delSld modSld">
      <pc:chgData name="Turcanu, Adrian" userId="e486f682-fd76-4f78-aa5a-44d69a6b88db" providerId="ADAL" clId="{343D2EC5-143C-4985-A55C-475C5E23CEC2}" dt="2025-09-22T12:56:32.732" v="1176" actId="20577"/>
      <pc:docMkLst>
        <pc:docMk/>
      </pc:docMkLst>
      <pc:sldChg chg="addSp modSp mod">
        <pc:chgData name="Turcanu, Adrian" userId="e486f682-fd76-4f78-aa5a-44d69a6b88db" providerId="ADAL" clId="{343D2EC5-143C-4985-A55C-475C5E23CEC2}" dt="2025-09-22T11:30:59.097" v="644" actId="14100"/>
        <pc:sldMkLst>
          <pc:docMk/>
          <pc:sldMk cId="1156696407" sldId="256"/>
        </pc:sldMkLst>
        <pc:spChg chg="mod">
          <ac:chgData name="Turcanu, Adrian" userId="e486f682-fd76-4f78-aa5a-44d69a6b88db" providerId="ADAL" clId="{343D2EC5-143C-4985-A55C-475C5E23CEC2}" dt="2025-09-22T11:25:44.316" v="552"/>
          <ac:spMkLst>
            <pc:docMk/>
            <pc:sldMk cId="1156696407" sldId="256"/>
            <ac:spMk id="3" creationId="{31382627-7AB0-1909-6B78-B5B3A9AF20B9}"/>
          </ac:spMkLst>
        </pc:spChg>
        <pc:spChg chg="add mod">
          <ac:chgData name="Turcanu, Adrian" userId="e486f682-fd76-4f78-aa5a-44d69a6b88db" providerId="ADAL" clId="{343D2EC5-143C-4985-A55C-475C5E23CEC2}" dt="2025-09-22T11:30:59.097" v="644" actId="14100"/>
          <ac:spMkLst>
            <pc:docMk/>
            <pc:sldMk cId="1156696407" sldId="256"/>
            <ac:spMk id="5" creationId="{3C6D3730-CA7A-7804-ADC5-4886C62D5C28}"/>
          </ac:spMkLst>
        </pc:spChg>
      </pc:sldChg>
      <pc:sldChg chg="modSp mod">
        <pc:chgData name="Turcanu, Adrian" userId="e486f682-fd76-4f78-aa5a-44d69a6b88db" providerId="ADAL" clId="{343D2EC5-143C-4985-A55C-475C5E23CEC2}" dt="2025-09-22T11:25:15.642" v="551" actId="20577"/>
        <pc:sldMkLst>
          <pc:docMk/>
          <pc:sldMk cId="1855840813" sldId="257"/>
        </pc:sldMkLst>
        <pc:spChg chg="mod">
          <ac:chgData name="Turcanu, Adrian" userId="e486f682-fd76-4f78-aa5a-44d69a6b88db" providerId="ADAL" clId="{343D2EC5-143C-4985-A55C-475C5E23CEC2}" dt="2025-09-22T11:25:15.642" v="551" actId="20577"/>
          <ac:spMkLst>
            <pc:docMk/>
            <pc:sldMk cId="1855840813" sldId="257"/>
            <ac:spMk id="3" creationId="{8AB8BC68-6446-CCBA-9EAE-C89BC1B8F172}"/>
          </ac:spMkLst>
        </pc:spChg>
      </pc:sldChg>
      <pc:sldChg chg="modSp new mod">
        <pc:chgData name="Turcanu, Adrian" userId="e486f682-fd76-4f78-aa5a-44d69a6b88db" providerId="ADAL" clId="{343D2EC5-143C-4985-A55C-475C5E23CEC2}" dt="2025-09-22T08:47:36.260" v="317" actId="20577"/>
        <pc:sldMkLst>
          <pc:docMk/>
          <pc:sldMk cId="4232048414" sldId="264"/>
        </pc:sldMkLst>
        <pc:spChg chg="mod">
          <ac:chgData name="Turcanu, Adrian" userId="e486f682-fd76-4f78-aa5a-44d69a6b88db" providerId="ADAL" clId="{343D2EC5-143C-4985-A55C-475C5E23CEC2}" dt="2025-09-22T07:22:25.917" v="2" actId="14100"/>
          <ac:spMkLst>
            <pc:docMk/>
            <pc:sldMk cId="4232048414" sldId="264"/>
            <ac:spMk id="2" creationId="{2A168B10-561D-9AE2-9D72-24B50B1F5D38}"/>
          </ac:spMkLst>
        </pc:spChg>
        <pc:spChg chg="mod">
          <ac:chgData name="Turcanu, Adrian" userId="e486f682-fd76-4f78-aa5a-44d69a6b88db" providerId="ADAL" clId="{343D2EC5-143C-4985-A55C-475C5E23CEC2}" dt="2025-09-22T08:47:36.260" v="317" actId="20577"/>
          <ac:spMkLst>
            <pc:docMk/>
            <pc:sldMk cId="4232048414" sldId="264"/>
            <ac:spMk id="3" creationId="{6E23187B-3948-92B3-9EDD-3387BD75F7E3}"/>
          </ac:spMkLst>
        </pc:spChg>
      </pc:sldChg>
      <pc:sldChg chg="modSp new mod">
        <pc:chgData name="Turcanu, Adrian" userId="e486f682-fd76-4f78-aa5a-44d69a6b88db" providerId="ADAL" clId="{343D2EC5-143C-4985-A55C-475C5E23CEC2}" dt="2025-09-22T07:40:44.849" v="52" actId="20577"/>
        <pc:sldMkLst>
          <pc:docMk/>
          <pc:sldMk cId="3064195099" sldId="265"/>
        </pc:sldMkLst>
        <pc:spChg chg="mod">
          <ac:chgData name="Turcanu, Adrian" userId="e486f682-fd76-4f78-aa5a-44d69a6b88db" providerId="ADAL" clId="{343D2EC5-143C-4985-A55C-475C5E23CEC2}" dt="2025-09-22T07:39:39.055" v="21"/>
          <ac:spMkLst>
            <pc:docMk/>
            <pc:sldMk cId="3064195099" sldId="265"/>
            <ac:spMk id="2" creationId="{7D2F650B-22FD-E2B8-A7B3-17E8F97BD632}"/>
          </ac:spMkLst>
        </pc:spChg>
        <pc:spChg chg="mod">
          <ac:chgData name="Turcanu, Adrian" userId="e486f682-fd76-4f78-aa5a-44d69a6b88db" providerId="ADAL" clId="{343D2EC5-143C-4985-A55C-475C5E23CEC2}" dt="2025-09-22T07:40:44.849" v="52" actId="20577"/>
          <ac:spMkLst>
            <pc:docMk/>
            <pc:sldMk cId="3064195099" sldId="265"/>
            <ac:spMk id="3" creationId="{1544903B-9444-F685-CD59-43A7EFDC4C0A}"/>
          </ac:spMkLst>
        </pc:spChg>
      </pc:sldChg>
      <pc:sldChg chg="modSp new mod">
        <pc:chgData name="Turcanu, Adrian" userId="e486f682-fd76-4f78-aa5a-44d69a6b88db" providerId="ADAL" clId="{343D2EC5-143C-4985-A55C-475C5E23CEC2}" dt="2025-09-22T07:46:10.089" v="110" actId="20577"/>
        <pc:sldMkLst>
          <pc:docMk/>
          <pc:sldMk cId="2370045904" sldId="266"/>
        </pc:sldMkLst>
        <pc:spChg chg="mod">
          <ac:chgData name="Turcanu, Adrian" userId="e486f682-fd76-4f78-aa5a-44d69a6b88db" providerId="ADAL" clId="{343D2EC5-143C-4985-A55C-475C5E23CEC2}" dt="2025-09-22T07:42:30.222" v="55" actId="14100"/>
          <ac:spMkLst>
            <pc:docMk/>
            <pc:sldMk cId="2370045904" sldId="266"/>
            <ac:spMk id="2" creationId="{5C7592DF-36D0-4EC7-560A-5DFD9E9729EB}"/>
          </ac:spMkLst>
        </pc:spChg>
        <pc:spChg chg="mod">
          <ac:chgData name="Turcanu, Adrian" userId="e486f682-fd76-4f78-aa5a-44d69a6b88db" providerId="ADAL" clId="{343D2EC5-143C-4985-A55C-475C5E23CEC2}" dt="2025-09-22T07:46:10.089" v="110" actId="20577"/>
          <ac:spMkLst>
            <pc:docMk/>
            <pc:sldMk cId="2370045904" sldId="266"/>
            <ac:spMk id="3" creationId="{3CE2F2B3-1281-F787-B27F-C3C1F0C6E0D1}"/>
          </ac:spMkLst>
        </pc:spChg>
      </pc:sldChg>
      <pc:sldChg chg="modSp new mod">
        <pc:chgData name="Turcanu, Adrian" userId="e486f682-fd76-4f78-aa5a-44d69a6b88db" providerId="ADAL" clId="{343D2EC5-143C-4985-A55C-475C5E23CEC2}" dt="2025-09-22T07:54:10.899" v="115" actId="1076"/>
        <pc:sldMkLst>
          <pc:docMk/>
          <pc:sldMk cId="599883399" sldId="267"/>
        </pc:sldMkLst>
        <pc:spChg chg="mod">
          <ac:chgData name="Turcanu, Adrian" userId="e486f682-fd76-4f78-aa5a-44d69a6b88db" providerId="ADAL" clId="{343D2EC5-143C-4985-A55C-475C5E23CEC2}" dt="2025-09-22T07:52:08.396" v="112"/>
          <ac:spMkLst>
            <pc:docMk/>
            <pc:sldMk cId="599883399" sldId="267"/>
            <ac:spMk id="2" creationId="{E72DA988-8D81-FDFD-D8D2-A7F6BBCB1399}"/>
          </ac:spMkLst>
        </pc:spChg>
        <pc:spChg chg="mod">
          <ac:chgData name="Turcanu, Adrian" userId="e486f682-fd76-4f78-aa5a-44d69a6b88db" providerId="ADAL" clId="{343D2EC5-143C-4985-A55C-475C5E23CEC2}" dt="2025-09-22T07:54:10.899" v="115" actId="1076"/>
          <ac:spMkLst>
            <pc:docMk/>
            <pc:sldMk cId="599883399" sldId="267"/>
            <ac:spMk id="3" creationId="{0BF89C55-9981-096A-CF81-B488F4794C65}"/>
          </ac:spMkLst>
        </pc:spChg>
      </pc:sldChg>
      <pc:sldChg chg="modSp new mod">
        <pc:chgData name="Turcanu, Adrian" userId="e486f682-fd76-4f78-aa5a-44d69a6b88db" providerId="ADAL" clId="{343D2EC5-143C-4985-A55C-475C5E23CEC2}" dt="2025-09-22T12:08:00.823" v="646" actId="207"/>
        <pc:sldMkLst>
          <pc:docMk/>
          <pc:sldMk cId="2884155928" sldId="268"/>
        </pc:sldMkLst>
        <pc:spChg chg="mod">
          <ac:chgData name="Turcanu, Adrian" userId="e486f682-fd76-4f78-aa5a-44d69a6b88db" providerId="ADAL" clId="{343D2EC5-143C-4985-A55C-475C5E23CEC2}" dt="2025-09-22T07:54:55.896" v="117"/>
          <ac:spMkLst>
            <pc:docMk/>
            <pc:sldMk cId="2884155928" sldId="268"/>
            <ac:spMk id="2" creationId="{2DDE62CA-53B5-97E1-E7A1-02D586144E35}"/>
          </ac:spMkLst>
        </pc:spChg>
        <pc:spChg chg="mod">
          <ac:chgData name="Turcanu, Adrian" userId="e486f682-fd76-4f78-aa5a-44d69a6b88db" providerId="ADAL" clId="{343D2EC5-143C-4985-A55C-475C5E23CEC2}" dt="2025-09-22T12:08:00.823" v="646" actId="207"/>
          <ac:spMkLst>
            <pc:docMk/>
            <pc:sldMk cId="2884155928" sldId="268"/>
            <ac:spMk id="3" creationId="{4F6C3AEB-2077-07C6-7F3D-1D03B567A3B8}"/>
          </ac:spMkLst>
        </pc:spChg>
      </pc:sldChg>
      <pc:sldChg chg="modSp new mod">
        <pc:chgData name="Turcanu, Adrian" userId="e486f682-fd76-4f78-aa5a-44d69a6b88db" providerId="ADAL" clId="{343D2EC5-143C-4985-A55C-475C5E23CEC2}" dt="2025-09-22T07:56:21.242" v="126" actId="1076"/>
        <pc:sldMkLst>
          <pc:docMk/>
          <pc:sldMk cId="1051218731" sldId="269"/>
        </pc:sldMkLst>
        <pc:spChg chg="mod">
          <ac:chgData name="Turcanu, Adrian" userId="e486f682-fd76-4f78-aa5a-44d69a6b88db" providerId="ADAL" clId="{343D2EC5-143C-4985-A55C-475C5E23CEC2}" dt="2025-09-22T07:55:56.552" v="121"/>
          <ac:spMkLst>
            <pc:docMk/>
            <pc:sldMk cId="1051218731" sldId="269"/>
            <ac:spMk id="2" creationId="{9B8F556B-3CA3-E52A-C4A0-60045C33FF34}"/>
          </ac:spMkLst>
        </pc:spChg>
        <pc:spChg chg="mod">
          <ac:chgData name="Turcanu, Adrian" userId="e486f682-fd76-4f78-aa5a-44d69a6b88db" providerId="ADAL" clId="{343D2EC5-143C-4985-A55C-475C5E23CEC2}" dt="2025-09-22T07:56:21.242" v="126" actId="1076"/>
          <ac:spMkLst>
            <pc:docMk/>
            <pc:sldMk cId="1051218731" sldId="269"/>
            <ac:spMk id="3" creationId="{EA799832-B214-49E9-BA19-0237D259B0B0}"/>
          </ac:spMkLst>
        </pc:spChg>
      </pc:sldChg>
      <pc:sldChg chg="modSp new mod">
        <pc:chgData name="Turcanu, Adrian" userId="e486f682-fd76-4f78-aa5a-44d69a6b88db" providerId="ADAL" clId="{343D2EC5-143C-4985-A55C-475C5E23CEC2}" dt="2025-09-22T12:08:41.482" v="688" actId="20577"/>
        <pc:sldMkLst>
          <pc:docMk/>
          <pc:sldMk cId="1866047901" sldId="270"/>
        </pc:sldMkLst>
        <pc:spChg chg="mod">
          <ac:chgData name="Turcanu, Adrian" userId="e486f682-fd76-4f78-aa5a-44d69a6b88db" providerId="ADAL" clId="{343D2EC5-143C-4985-A55C-475C5E23CEC2}" dt="2025-09-22T07:57:02.578" v="128"/>
          <ac:spMkLst>
            <pc:docMk/>
            <pc:sldMk cId="1866047901" sldId="270"/>
            <ac:spMk id="2" creationId="{ABCF0621-014E-C668-9C95-DA21690CBB7A}"/>
          </ac:spMkLst>
        </pc:spChg>
        <pc:spChg chg="mod">
          <ac:chgData name="Turcanu, Adrian" userId="e486f682-fd76-4f78-aa5a-44d69a6b88db" providerId="ADAL" clId="{343D2EC5-143C-4985-A55C-475C5E23CEC2}" dt="2025-09-22T12:08:41.482" v="688" actId="20577"/>
          <ac:spMkLst>
            <pc:docMk/>
            <pc:sldMk cId="1866047901" sldId="270"/>
            <ac:spMk id="3" creationId="{BC962562-FD2D-3425-6851-4E099EBC03EE}"/>
          </ac:spMkLst>
        </pc:spChg>
      </pc:sldChg>
      <pc:sldChg chg="modSp new mod">
        <pc:chgData name="Turcanu, Adrian" userId="e486f682-fd76-4f78-aa5a-44d69a6b88db" providerId="ADAL" clId="{343D2EC5-143C-4985-A55C-475C5E23CEC2}" dt="2025-09-22T08:02:34.047" v="243" actId="20577"/>
        <pc:sldMkLst>
          <pc:docMk/>
          <pc:sldMk cId="2512546209" sldId="271"/>
        </pc:sldMkLst>
        <pc:spChg chg="mod">
          <ac:chgData name="Turcanu, Adrian" userId="e486f682-fd76-4f78-aa5a-44d69a6b88db" providerId="ADAL" clId="{343D2EC5-143C-4985-A55C-475C5E23CEC2}" dt="2025-09-22T08:02:34.047" v="243" actId="20577"/>
          <ac:spMkLst>
            <pc:docMk/>
            <pc:sldMk cId="2512546209" sldId="271"/>
            <ac:spMk id="2" creationId="{BA78CA90-0AAF-91D2-51ED-A76E0365AECC}"/>
          </ac:spMkLst>
        </pc:spChg>
        <pc:spChg chg="mod">
          <ac:chgData name="Turcanu, Adrian" userId="e486f682-fd76-4f78-aa5a-44d69a6b88db" providerId="ADAL" clId="{343D2EC5-143C-4985-A55C-475C5E23CEC2}" dt="2025-09-22T08:02:06.740" v="228"/>
          <ac:spMkLst>
            <pc:docMk/>
            <pc:sldMk cId="2512546209" sldId="271"/>
            <ac:spMk id="3" creationId="{337C9657-145E-0C28-17F8-0BE643BAD578}"/>
          </ac:spMkLst>
        </pc:spChg>
      </pc:sldChg>
      <pc:sldChg chg="addSp delSp modSp new del">
        <pc:chgData name="Turcanu, Adrian" userId="e486f682-fd76-4f78-aa5a-44d69a6b88db" providerId="ADAL" clId="{343D2EC5-143C-4985-A55C-475C5E23CEC2}" dt="2025-09-22T11:03:44.399" v="323" actId="680"/>
        <pc:sldMkLst>
          <pc:docMk/>
          <pc:sldMk cId="1733839429" sldId="272"/>
        </pc:sldMkLst>
        <pc:spChg chg="add del">
          <ac:chgData name="Turcanu, Adrian" userId="e486f682-fd76-4f78-aa5a-44d69a6b88db" providerId="ADAL" clId="{343D2EC5-143C-4985-A55C-475C5E23CEC2}" dt="2025-09-22T11:03:43.310" v="322"/>
          <ac:spMkLst>
            <pc:docMk/>
            <pc:sldMk cId="1733839429" sldId="272"/>
            <ac:spMk id="3" creationId="{569A613F-4CD8-5ECD-D593-C26D1B701688}"/>
          </ac:spMkLst>
        </pc:spChg>
        <pc:spChg chg="mod">
          <ac:chgData name="Turcanu, Adrian" userId="e486f682-fd76-4f78-aa5a-44d69a6b88db" providerId="ADAL" clId="{343D2EC5-143C-4985-A55C-475C5E23CEC2}" dt="2025-09-22T11:03:31.595" v="319"/>
          <ac:spMkLst>
            <pc:docMk/>
            <pc:sldMk cId="1733839429" sldId="272"/>
            <ac:spMk id="7" creationId="{B7B184E9-2360-34EC-3B80-D0D440F43DFE}"/>
          </ac:spMkLst>
        </pc:spChg>
        <pc:spChg chg="mod">
          <ac:chgData name="Turcanu, Adrian" userId="e486f682-fd76-4f78-aa5a-44d69a6b88db" providerId="ADAL" clId="{343D2EC5-143C-4985-A55C-475C5E23CEC2}" dt="2025-09-22T11:03:31.595" v="319"/>
          <ac:spMkLst>
            <pc:docMk/>
            <pc:sldMk cId="1733839429" sldId="272"/>
            <ac:spMk id="9" creationId="{AA2398EB-A997-E554-2D50-F26C6D274318}"/>
          </ac:spMkLst>
        </pc:spChg>
        <pc:spChg chg="mod">
          <ac:chgData name="Turcanu, Adrian" userId="e486f682-fd76-4f78-aa5a-44d69a6b88db" providerId="ADAL" clId="{343D2EC5-143C-4985-A55C-475C5E23CEC2}" dt="2025-09-22T11:03:31.595" v="319"/>
          <ac:spMkLst>
            <pc:docMk/>
            <pc:sldMk cId="1733839429" sldId="272"/>
            <ac:spMk id="21" creationId="{081AFF19-D3A6-75B0-19D1-4A5921762EFC}"/>
          </ac:spMkLst>
        </pc:spChg>
        <pc:spChg chg="mod">
          <ac:chgData name="Turcanu, Adrian" userId="e486f682-fd76-4f78-aa5a-44d69a6b88db" providerId="ADAL" clId="{343D2EC5-143C-4985-A55C-475C5E23CEC2}" dt="2025-09-22T11:03:31.595" v="319"/>
          <ac:spMkLst>
            <pc:docMk/>
            <pc:sldMk cId="1733839429" sldId="272"/>
            <ac:spMk id="24" creationId="{F4BC5039-07A1-34C5-BCD8-C99642290591}"/>
          </ac:spMkLst>
        </pc:spChg>
        <pc:spChg chg="mod">
          <ac:chgData name="Turcanu, Adrian" userId="e486f682-fd76-4f78-aa5a-44d69a6b88db" providerId="ADAL" clId="{343D2EC5-143C-4985-A55C-475C5E23CEC2}" dt="2025-09-22T11:03:31.595" v="319"/>
          <ac:spMkLst>
            <pc:docMk/>
            <pc:sldMk cId="1733839429" sldId="272"/>
            <ac:spMk id="25" creationId="{83C1137C-8946-392E-CFE7-2C1CCC65B38B}"/>
          </ac:spMkLst>
        </pc:spChg>
        <pc:spChg chg="mod">
          <ac:chgData name="Turcanu, Adrian" userId="e486f682-fd76-4f78-aa5a-44d69a6b88db" providerId="ADAL" clId="{343D2EC5-143C-4985-A55C-475C5E23CEC2}" dt="2025-09-22T11:03:31.595" v="319"/>
          <ac:spMkLst>
            <pc:docMk/>
            <pc:sldMk cId="1733839429" sldId="272"/>
            <ac:spMk id="26" creationId="{89167885-C4CB-B904-A95A-3C2A8392D54C}"/>
          </ac:spMkLst>
        </pc:spChg>
        <pc:spChg chg="mod">
          <ac:chgData name="Turcanu, Adrian" userId="e486f682-fd76-4f78-aa5a-44d69a6b88db" providerId="ADAL" clId="{343D2EC5-143C-4985-A55C-475C5E23CEC2}" dt="2025-09-22T11:03:31.595" v="319"/>
          <ac:spMkLst>
            <pc:docMk/>
            <pc:sldMk cId="1733839429" sldId="272"/>
            <ac:spMk id="29" creationId="{BB7C0F8B-CD59-BA4C-AA4F-CA8C71C0DBF0}"/>
          </ac:spMkLst>
        </pc:spChg>
        <pc:spChg chg="mod">
          <ac:chgData name="Turcanu, Adrian" userId="e486f682-fd76-4f78-aa5a-44d69a6b88db" providerId="ADAL" clId="{343D2EC5-143C-4985-A55C-475C5E23CEC2}" dt="2025-09-22T11:03:31.595" v="319"/>
          <ac:spMkLst>
            <pc:docMk/>
            <pc:sldMk cId="1733839429" sldId="272"/>
            <ac:spMk id="35" creationId="{8094DDAB-A77B-9583-AE99-2881741E3136}"/>
          </ac:spMkLst>
        </pc:spChg>
        <pc:spChg chg="mod">
          <ac:chgData name="Turcanu, Adrian" userId="e486f682-fd76-4f78-aa5a-44d69a6b88db" providerId="ADAL" clId="{343D2EC5-143C-4985-A55C-475C5E23CEC2}" dt="2025-09-22T11:03:31.595" v="319"/>
          <ac:spMkLst>
            <pc:docMk/>
            <pc:sldMk cId="1733839429" sldId="272"/>
            <ac:spMk id="38" creationId="{DE07695B-45D6-16C9-0FD7-3B22CA23360B}"/>
          </ac:spMkLst>
        </pc:spChg>
        <pc:spChg chg="mod">
          <ac:chgData name="Turcanu, Adrian" userId="e486f682-fd76-4f78-aa5a-44d69a6b88db" providerId="ADAL" clId="{343D2EC5-143C-4985-A55C-475C5E23CEC2}" dt="2025-09-22T11:03:31.595" v="319"/>
          <ac:spMkLst>
            <pc:docMk/>
            <pc:sldMk cId="1733839429" sldId="272"/>
            <ac:spMk id="39" creationId="{9EDC2129-D620-1EE8-A91F-30BBAE2BA0AC}"/>
          </ac:spMkLst>
        </pc:spChg>
        <pc:spChg chg="mod">
          <ac:chgData name="Turcanu, Adrian" userId="e486f682-fd76-4f78-aa5a-44d69a6b88db" providerId="ADAL" clId="{343D2EC5-143C-4985-A55C-475C5E23CEC2}" dt="2025-09-22T11:03:35.478" v="320"/>
          <ac:spMkLst>
            <pc:docMk/>
            <pc:sldMk cId="1733839429" sldId="272"/>
            <ac:spMk id="51" creationId="{90A4A347-FE21-F0C1-BB77-CE180450D889}"/>
          </ac:spMkLst>
        </pc:spChg>
        <pc:spChg chg="mod">
          <ac:chgData name="Turcanu, Adrian" userId="e486f682-fd76-4f78-aa5a-44d69a6b88db" providerId="ADAL" clId="{343D2EC5-143C-4985-A55C-475C5E23CEC2}" dt="2025-09-22T11:03:35.478" v="320"/>
          <ac:spMkLst>
            <pc:docMk/>
            <pc:sldMk cId="1733839429" sldId="272"/>
            <ac:spMk id="53" creationId="{8015E1DA-0BA9-03F8-061C-60C5BF401CB6}"/>
          </ac:spMkLst>
        </pc:spChg>
        <pc:spChg chg="mod">
          <ac:chgData name="Turcanu, Adrian" userId="e486f682-fd76-4f78-aa5a-44d69a6b88db" providerId="ADAL" clId="{343D2EC5-143C-4985-A55C-475C5E23CEC2}" dt="2025-09-22T11:03:35.478" v="320"/>
          <ac:spMkLst>
            <pc:docMk/>
            <pc:sldMk cId="1733839429" sldId="272"/>
            <ac:spMk id="55" creationId="{82DDDDAA-707B-11D7-F35D-D5A27926D09C}"/>
          </ac:spMkLst>
        </pc:spChg>
        <pc:spChg chg="mod">
          <ac:chgData name="Turcanu, Adrian" userId="e486f682-fd76-4f78-aa5a-44d69a6b88db" providerId="ADAL" clId="{343D2EC5-143C-4985-A55C-475C5E23CEC2}" dt="2025-09-22T11:03:35.478" v="320"/>
          <ac:spMkLst>
            <pc:docMk/>
            <pc:sldMk cId="1733839429" sldId="272"/>
            <ac:spMk id="61" creationId="{8D1ED775-8243-ABE7-674C-15F25E584A88}"/>
          </ac:spMkLst>
        </pc:spChg>
        <pc:spChg chg="mod">
          <ac:chgData name="Turcanu, Adrian" userId="e486f682-fd76-4f78-aa5a-44d69a6b88db" providerId="ADAL" clId="{343D2EC5-143C-4985-A55C-475C5E23CEC2}" dt="2025-09-22T11:03:35.478" v="320"/>
          <ac:spMkLst>
            <pc:docMk/>
            <pc:sldMk cId="1733839429" sldId="272"/>
            <ac:spMk id="65" creationId="{9D8DB541-38B8-6C4D-1CF7-654C45CEC77A}"/>
          </ac:spMkLst>
        </pc:spChg>
        <pc:spChg chg="mod">
          <ac:chgData name="Turcanu, Adrian" userId="e486f682-fd76-4f78-aa5a-44d69a6b88db" providerId="ADAL" clId="{343D2EC5-143C-4985-A55C-475C5E23CEC2}" dt="2025-09-22T11:03:35.478" v="320"/>
          <ac:spMkLst>
            <pc:docMk/>
            <pc:sldMk cId="1733839429" sldId="272"/>
            <ac:spMk id="66" creationId="{764BFC7F-4C92-C24C-63D0-B91A03D3F466}"/>
          </ac:spMkLst>
        </pc:spChg>
        <pc:spChg chg="mod">
          <ac:chgData name="Turcanu, Adrian" userId="e486f682-fd76-4f78-aa5a-44d69a6b88db" providerId="ADAL" clId="{343D2EC5-143C-4985-A55C-475C5E23CEC2}" dt="2025-09-22T11:03:35.478" v="320"/>
          <ac:spMkLst>
            <pc:docMk/>
            <pc:sldMk cId="1733839429" sldId="272"/>
            <ac:spMk id="67" creationId="{A0399C70-CF70-B034-A0BD-F429247C2407}"/>
          </ac:spMkLst>
        </pc:spChg>
        <pc:spChg chg="mod">
          <ac:chgData name="Turcanu, Adrian" userId="e486f682-fd76-4f78-aa5a-44d69a6b88db" providerId="ADAL" clId="{343D2EC5-143C-4985-A55C-475C5E23CEC2}" dt="2025-09-22T11:03:35.478" v="320"/>
          <ac:spMkLst>
            <pc:docMk/>
            <pc:sldMk cId="1733839429" sldId="272"/>
            <ac:spMk id="68" creationId="{D9104C55-2B8D-CE4A-6552-D5D8F202C0E6}"/>
          </ac:spMkLst>
        </pc:spChg>
        <pc:spChg chg="mod">
          <ac:chgData name="Turcanu, Adrian" userId="e486f682-fd76-4f78-aa5a-44d69a6b88db" providerId="ADAL" clId="{343D2EC5-143C-4985-A55C-475C5E23CEC2}" dt="2025-09-22T11:03:35.478" v="320"/>
          <ac:spMkLst>
            <pc:docMk/>
            <pc:sldMk cId="1733839429" sldId="272"/>
            <ac:spMk id="70" creationId="{C6C7BD91-C31B-DD4C-9C77-DBC475D8FF26}"/>
          </ac:spMkLst>
        </pc:spChg>
        <pc:spChg chg="mod">
          <ac:chgData name="Turcanu, Adrian" userId="e486f682-fd76-4f78-aa5a-44d69a6b88db" providerId="ADAL" clId="{343D2EC5-143C-4985-A55C-475C5E23CEC2}" dt="2025-09-22T11:03:35.478" v="320"/>
          <ac:spMkLst>
            <pc:docMk/>
            <pc:sldMk cId="1733839429" sldId="272"/>
            <ac:spMk id="72" creationId="{47156838-37FF-A364-B199-CF4DC8DF03E2}"/>
          </ac:spMkLst>
        </pc:spChg>
        <pc:picChg chg="add mod">
          <ac:chgData name="Turcanu, Adrian" userId="e486f682-fd76-4f78-aa5a-44d69a6b88db" providerId="ADAL" clId="{343D2EC5-143C-4985-A55C-475C5E23CEC2}" dt="2025-09-22T11:03:43.310" v="322"/>
          <ac:picMkLst>
            <pc:docMk/>
            <pc:sldMk cId="1733839429" sldId="272"/>
            <ac:picMk id="76" creationId="{49A5FA3A-AD84-A62A-4BCF-D5277320078C}"/>
          </ac:picMkLst>
        </pc:picChg>
      </pc:sldChg>
      <pc:sldChg chg="new del">
        <pc:chgData name="Turcanu, Adrian" userId="e486f682-fd76-4f78-aa5a-44d69a6b88db" providerId="ADAL" clId="{343D2EC5-143C-4985-A55C-475C5E23CEC2}" dt="2025-09-22T11:05:08.625" v="326" actId="2696"/>
        <pc:sldMkLst>
          <pc:docMk/>
          <pc:sldMk cId="4231744216" sldId="272"/>
        </pc:sldMkLst>
      </pc:sldChg>
      <pc:sldChg chg="modSp add mod">
        <pc:chgData name="Turcanu, Adrian" userId="e486f682-fd76-4f78-aa5a-44d69a6b88db" providerId="ADAL" clId="{343D2EC5-143C-4985-A55C-475C5E23CEC2}" dt="2025-09-22T11:06:32.402" v="332" actId="1076"/>
        <pc:sldMkLst>
          <pc:docMk/>
          <pc:sldMk cId="0" sldId="273"/>
        </pc:sldMkLst>
        <pc:spChg chg="mod">
          <ac:chgData name="Turcanu, Adrian" userId="e486f682-fd76-4f78-aa5a-44d69a6b88db" providerId="ADAL" clId="{343D2EC5-143C-4985-A55C-475C5E23CEC2}" dt="2025-09-22T11:05:17.524" v="327" actId="1076"/>
          <ac:spMkLst>
            <pc:docMk/>
            <pc:sldMk cId="0" sldId="273"/>
            <ac:spMk id="90" creationId="{00000000-0000-0000-0000-000000000000}"/>
          </ac:spMkLst>
        </pc:spChg>
        <pc:grpChg chg="mod">
          <ac:chgData name="Turcanu, Adrian" userId="e486f682-fd76-4f78-aa5a-44d69a6b88db" providerId="ADAL" clId="{343D2EC5-143C-4985-A55C-475C5E23CEC2}" dt="2025-09-22T11:06:32.402" v="332" actId="1076"/>
          <ac:grpSpMkLst>
            <pc:docMk/>
            <pc:sldMk cId="0" sldId="273"/>
            <ac:grpSpMk id="92" creationId="{00000000-0000-0000-0000-000000000000}"/>
          </ac:grpSpMkLst>
        </pc:grpChg>
        <pc:grpChg chg="mod">
          <ac:chgData name="Turcanu, Adrian" userId="e486f682-fd76-4f78-aa5a-44d69a6b88db" providerId="ADAL" clId="{343D2EC5-143C-4985-A55C-475C5E23CEC2}" dt="2025-09-22T11:05:58.671" v="330" actId="1076"/>
          <ac:grpSpMkLst>
            <pc:docMk/>
            <pc:sldMk cId="0" sldId="273"/>
            <ac:grpSpMk id="136" creationId="{00000000-0000-0000-0000-000000000000}"/>
          </ac:grpSpMkLst>
        </pc:grpChg>
      </pc:sldChg>
      <pc:sldChg chg="modSp new mod">
        <pc:chgData name="Turcanu, Adrian" userId="e486f682-fd76-4f78-aa5a-44d69a6b88db" providerId="ADAL" clId="{343D2EC5-143C-4985-A55C-475C5E23CEC2}" dt="2025-09-22T11:07:47.174" v="338" actId="27636"/>
        <pc:sldMkLst>
          <pc:docMk/>
          <pc:sldMk cId="3600652910" sldId="274"/>
        </pc:sldMkLst>
        <pc:spChg chg="mod">
          <ac:chgData name="Turcanu, Adrian" userId="e486f682-fd76-4f78-aa5a-44d69a6b88db" providerId="ADAL" clId="{343D2EC5-143C-4985-A55C-475C5E23CEC2}" dt="2025-09-22T11:07:30.944" v="334"/>
          <ac:spMkLst>
            <pc:docMk/>
            <pc:sldMk cId="3600652910" sldId="274"/>
            <ac:spMk id="2" creationId="{24F51A48-24CC-0A3D-6194-A1E2696FC6A7}"/>
          </ac:spMkLst>
        </pc:spChg>
        <pc:spChg chg="mod">
          <ac:chgData name="Turcanu, Adrian" userId="e486f682-fd76-4f78-aa5a-44d69a6b88db" providerId="ADAL" clId="{343D2EC5-143C-4985-A55C-475C5E23CEC2}" dt="2025-09-22T11:07:47.174" v="338" actId="27636"/>
          <ac:spMkLst>
            <pc:docMk/>
            <pc:sldMk cId="3600652910" sldId="274"/>
            <ac:spMk id="3" creationId="{05AFE5B1-8EE7-5B76-788E-D360CF0AABBC}"/>
          </ac:spMkLst>
        </pc:spChg>
      </pc:sldChg>
      <pc:sldChg chg="modSp new mod setBg">
        <pc:chgData name="Turcanu, Adrian" userId="e486f682-fd76-4f78-aa5a-44d69a6b88db" providerId="ADAL" clId="{343D2EC5-143C-4985-A55C-475C5E23CEC2}" dt="2025-09-22T11:14:02.156" v="406"/>
        <pc:sldMkLst>
          <pc:docMk/>
          <pc:sldMk cId="839174528" sldId="275"/>
        </pc:sldMkLst>
        <pc:spChg chg="mod">
          <ac:chgData name="Turcanu, Adrian" userId="e486f682-fd76-4f78-aa5a-44d69a6b88db" providerId="ADAL" clId="{343D2EC5-143C-4985-A55C-475C5E23CEC2}" dt="2025-09-22T11:14:02.156" v="406"/>
          <ac:spMkLst>
            <pc:docMk/>
            <pc:sldMk cId="839174528" sldId="275"/>
            <ac:spMk id="2" creationId="{220177A6-FD91-DCAB-B033-35A0F72B893C}"/>
          </ac:spMkLst>
        </pc:spChg>
        <pc:spChg chg="mod">
          <ac:chgData name="Turcanu, Adrian" userId="e486f682-fd76-4f78-aa5a-44d69a6b88db" providerId="ADAL" clId="{343D2EC5-143C-4985-A55C-475C5E23CEC2}" dt="2025-09-22T11:14:02.156" v="406"/>
          <ac:spMkLst>
            <pc:docMk/>
            <pc:sldMk cId="839174528" sldId="275"/>
            <ac:spMk id="3" creationId="{8D5C6C2D-F713-5F75-4F90-3891A5A05582}"/>
          </ac:spMkLst>
        </pc:spChg>
      </pc:sldChg>
      <pc:sldChg chg="addSp delSp modSp new">
        <pc:chgData name="Turcanu, Adrian" userId="e486f682-fd76-4f78-aa5a-44d69a6b88db" providerId="ADAL" clId="{343D2EC5-143C-4985-A55C-475C5E23CEC2}" dt="2025-09-22T11:09:31.939" v="345"/>
        <pc:sldMkLst>
          <pc:docMk/>
          <pc:sldMk cId="2427455971" sldId="276"/>
        </pc:sldMkLst>
        <pc:spChg chg="mod">
          <ac:chgData name="Turcanu, Adrian" userId="e486f682-fd76-4f78-aa5a-44d69a6b88db" providerId="ADAL" clId="{343D2EC5-143C-4985-A55C-475C5E23CEC2}" dt="2025-09-22T11:09:25.204" v="344"/>
          <ac:spMkLst>
            <pc:docMk/>
            <pc:sldMk cId="2427455971" sldId="276"/>
            <ac:spMk id="2" creationId="{2C6508C0-782B-24A9-F176-9FB2D42E8F9C}"/>
          </ac:spMkLst>
        </pc:spChg>
        <pc:spChg chg="del">
          <ac:chgData name="Turcanu, Adrian" userId="e486f682-fd76-4f78-aa5a-44d69a6b88db" providerId="ADAL" clId="{343D2EC5-143C-4985-A55C-475C5E23CEC2}" dt="2025-09-22T11:09:31.939" v="345"/>
          <ac:spMkLst>
            <pc:docMk/>
            <pc:sldMk cId="2427455971" sldId="276"/>
            <ac:spMk id="3" creationId="{A27C02B8-C96D-DB97-8587-6CFC6180B10D}"/>
          </ac:spMkLst>
        </pc:spChg>
        <pc:picChg chg="add mod">
          <ac:chgData name="Turcanu, Adrian" userId="e486f682-fd76-4f78-aa5a-44d69a6b88db" providerId="ADAL" clId="{343D2EC5-143C-4985-A55C-475C5E23CEC2}" dt="2025-09-22T11:09:31.939" v="345"/>
          <ac:picMkLst>
            <pc:docMk/>
            <pc:sldMk cId="2427455971" sldId="276"/>
            <ac:picMk id="4" creationId="{377B0D6F-8E8C-69CB-C710-6EFE8E9739EB}"/>
          </ac:picMkLst>
        </pc:picChg>
      </pc:sldChg>
      <pc:sldChg chg="addSp delSp modSp new mod setBg">
        <pc:chgData name="Turcanu, Adrian" userId="e486f682-fd76-4f78-aa5a-44d69a6b88db" providerId="ADAL" clId="{343D2EC5-143C-4985-A55C-475C5E23CEC2}" dt="2025-09-22T11:14:32.201" v="414" actId="1076"/>
        <pc:sldMkLst>
          <pc:docMk/>
          <pc:sldMk cId="3646985227" sldId="277"/>
        </pc:sldMkLst>
        <pc:spChg chg="mod">
          <ac:chgData name="Turcanu, Adrian" userId="e486f682-fd76-4f78-aa5a-44d69a6b88db" providerId="ADAL" clId="{343D2EC5-143C-4985-A55C-475C5E23CEC2}" dt="2025-09-22T11:14:06.152" v="411" actId="26606"/>
          <ac:spMkLst>
            <pc:docMk/>
            <pc:sldMk cId="3646985227" sldId="277"/>
            <ac:spMk id="2" creationId="{1D4716E0-558B-F7F3-5D39-C77884984574}"/>
          </ac:spMkLst>
        </pc:spChg>
        <pc:spChg chg="mod">
          <ac:chgData name="Turcanu, Adrian" userId="e486f682-fd76-4f78-aa5a-44d69a6b88db" providerId="ADAL" clId="{343D2EC5-143C-4985-A55C-475C5E23CEC2}" dt="2025-09-22T11:14:06.152" v="411" actId="26606"/>
          <ac:spMkLst>
            <pc:docMk/>
            <pc:sldMk cId="3646985227" sldId="277"/>
            <ac:spMk id="3" creationId="{11F143FF-2C5A-CB2D-0CF2-5C6F4A3B7C2F}"/>
          </ac:spMkLst>
        </pc:spChg>
        <pc:spChg chg="add del">
          <ac:chgData name="Turcanu, Adrian" userId="e486f682-fd76-4f78-aa5a-44d69a6b88db" providerId="ADAL" clId="{343D2EC5-143C-4985-A55C-475C5E23CEC2}" dt="2025-09-22T11:14:06.152" v="411" actId="26606"/>
          <ac:spMkLst>
            <pc:docMk/>
            <pc:sldMk cId="3646985227" sldId="277"/>
            <ac:spMk id="9" creationId="{7FF47CB7-972F-479F-A36D-9E72D26EC8DA}"/>
          </ac:spMkLst>
        </pc:spChg>
        <pc:spChg chg="add del">
          <ac:chgData name="Turcanu, Adrian" userId="e486f682-fd76-4f78-aa5a-44d69a6b88db" providerId="ADAL" clId="{343D2EC5-143C-4985-A55C-475C5E23CEC2}" dt="2025-09-22T11:14:06.152" v="411" actId="26606"/>
          <ac:spMkLst>
            <pc:docMk/>
            <pc:sldMk cId="3646985227" sldId="277"/>
            <ac:spMk id="11" creationId="{0D153B68-5844-490D-8E67-F616D6D721CA}"/>
          </ac:spMkLst>
        </pc:spChg>
        <pc:spChg chg="add del">
          <ac:chgData name="Turcanu, Adrian" userId="e486f682-fd76-4f78-aa5a-44d69a6b88db" providerId="ADAL" clId="{343D2EC5-143C-4985-A55C-475C5E23CEC2}" dt="2025-09-22T11:14:06.152" v="411" actId="26606"/>
          <ac:spMkLst>
            <pc:docMk/>
            <pc:sldMk cId="3646985227" sldId="277"/>
            <ac:spMk id="13" creationId="{9A0D773F-7A7D-4DBB-9DEA-86BB8B8F4BC8}"/>
          </ac:spMkLst>
        </pc:spChg>
        <pc:picChg chg="add mod">
          <ac:chgData name="Turcanu, Adrian" userId="e486f682-fd76-4f78-aa5a-44d69a6b88db" providerId="ADAL" clId="{343D2EC5-143C-4985-A55C-475C5E23CEC2}" dt="2025-09-22T11:14:32.201" v="414" actId="1076"/>
          <ac:picMkLst>
            <pc:docMk/>
            <pc:sldMk cId="3646985227" sldId="277"/>
            <ac:picMk id="4" creationId="{7E9F0259-C73D-0CD3-C1B0-D81694B6EA7D}"/>
          </ac:picMkLst>
        </pc:picChg>
      </pc:sldChg>
      <pc:sldChg chg="delSp modSp add mod">
        <pc:chgData name="Turcanu, Adrian" userId="e486f682-fd76-4f78-aa5a-44d69a6b88db" providerId="ADAL" clId="{343D2EC5-143C-4985-A55C-475C5E23CEC2}" dt="2025-09-22T11:16:00.176" v="445" actId="1076"/>
        <pc:sldMkLst>
          <pc:docMk/>
          <pc:sldMk cId="2551571291" sldId="278"/>
        </pc:sldMkLst>
        <pc:spChg chg="mod">
          <ac:chgData name="Turcanu, Adrian" userId="e486f682-fd76-4f78-aa5a-44d69a6b88db" providerId="ADAL" clId="{343D2EC5-143C-4985-A55C-475C5E23CEC2}" dt="2025-09-22T11:16:00.176" v="445" actId="1076"/>
          <ac:spMkLst>
            <pc:docMk/>
            <pc:sldMk cId="2551571291" sldId="278"/>
            <ac:spMk id="3" creationId="{4C8CB90B-2DD4-45AA-A2DD-E73A605C5BC9}"/>
          </ac:spMkLst>
        </pc:spChg>
        <pc:picChg chg="del">
          <ac:chgData name="Turcanu, Adrian" userId="e486f682-fd76-4f78-aa5a-44d69a6b88db" providerId="ADAL" clId="{343D2EC5-143C-4985-A55C-475C5E23CEC2}" dt="2025-09-22T11:15:13.496" v="420" actId="478"/>
          <ac:picMkLst>
            <pc:docMk/>
            <pc:sldMk cId="2551571291" sldId="278"/>
            <ac:picMk id="4" creationId="{F45A074A-C087-B8AC-7112-D5A559640C44}"/>
          </ac:picMkLst>
        </pc:picChg>
      </pc:sldChg>
      <pc:sldChg chg="modSp new mod">
        <pc:chgData name="Turcanu, Adrian" userId="e486f682-fd76-4f78-aa5a-44d69a6b88db" providerId="ADAL" clId="{343D2EC5-143C-4985-A55C-475C5E23CEC2}" dt="2025-09-22T11:22:07.321" v="535" actId="27636"/>
        <pc:sldMkLst>
          <pc:docMk/>
          <pc:sldMk cId="3029404593" sldId="279"/>
        </pc:sldMkLst>
        <pc:spChg chg="mod">
          <ac:chgData name="Turcanu, Adrian" userId="e486f682-fd76-4f78-aa5a-44d69a6b88db" providerId="ADAL" clId="{343D2EC5-143C-4985-A55C-475C5E23CEC2}" dt="2025-09-22T11:16:33.453" v="448" actId="14100"/>
          <ac:spMkLst>
            <pc:docMk/>
            <pc:sldMk cId="3029404593" sldId="279"/>
            <ac:spMk id="2" creationId="{BF8DD0F4-8A0F-B19F-D719-7E36B2CE77A4}"/>
          </ac:spMkLst>
        </pc:spChg>
        <pc:spChg chg="mod">
          <ac:chgData name="Turcanu, Adrian" userId="e486f682-fd76-4f78-aa5a-44d69a6b88db" providerId="ADAL" clId="{343D2EC5-143C-4985-A55C-475C5E23CEC2}" dt="2025-09-22T11:22:07.321" v="535" actId="27636"/>
          <ac:spMkLst>
            <pc:docMk/>
            <pc:sldMk cId="3029404593" sldId="279"/>
            <ac:spMk id="3" creationId="{02C28DC8-1AFC-1B1F-01DF-C0D72951E3E9}"/>
          </ac:spMkLst>
        </pc:spChg>
      </pc:sldChg>
      <pc:sldChg chg="addSp delSp modSp new mod setBg">
        <pc:chgData name="Turcanu, Adrian" userId="e486f682-fd76-4f78-aa5a-44d69a6b88db" providerId="ADAL" clId="{343D2EC5-143C-4985-A55C-475C5E23CEC2}" dt="2025-09-22T11:24:42.416" v="546" actId="14100"/>
        <pc:sldMkLst>
          <pc:docMk/>
          <pc:sldMk cId="3028087976" sldId="280"/>
        </pc:sldMkLst>
        <pc:spChg chg="del">
          <ac:chgData name="Turcanu, Adrian" userId="e486f682-fd76-4f78-aa5a-44d69a6b88db" providerId="ADAL" clId="{343D2EC5-143C-4985-A55C-475C5E23CEC2}" dt="2025-09-22T11:22:44.056" v="537" actId="21"/>
          <ac:spMkLst>
            <pc:docMk/>
            <pc:sldMk cId="3028087976" sldId="280"/>
            <ac:spMk id="2" creationId="{F4C4FE2E-6742-6B54-F457-EFFE777B457E}"/>
          </ac:spMkLst>
        </pc:spChg>
        <pc:spChg chg="del mod">
          <ac:chgData name="Turcanu, Adrian" userId="e486f682-fd76-4f78-aa5a-44d69a6b88db" providerId="ADAL" clId="{343D2EC5-143C-4985-A55C-475C5E23CEC2}" dt="2025-09-22T11:22:54.402" v="539"/>
          <ac:spMkLst>
            <pc:docMk/>
            <pc:sldMk cId="3028087976" sldId="280"/>
            <ac:spMk id="3" creationId="{87D6473E-71A0-4B19-42FA-C7FFB8D1ADD0}"/>
          </ac:spMkLst>
        </pc:spChg>
        <pc:picChg chg="add mod">
          <ac:chgData name="Turcanu, Adrian" userId="e486f682-fd76-4f78-aa5a-44d69a6b88db" providerId="ADAL" clId="{343D2EC5-143C-4985-A55C-475C5E23CEC2}" dt="2025-09-22T11:24:42.416" v="546" actId="14100"/>
          <ac:picMkLst>
            <pc:docMk/>
            <pc:sldMk cId="3028087976" sldId="280"/>
            <ac:picMk id="4" creationId="{BB8DD3C9-858B-8038-43A1-64E2A85CA05D}"/>
          </ac:picMkLst>
        </pc:picChg>
        <pc:picChg chg="add mod">
          <ac:chgData name="Turcanu, Adrian" userId="e486f682-fd76-4f78-aa5a-44d69a6b88db" providerId="ADAL" clId="{343D2EC5-143C-4985-A55C-475C5E23CEC2}" dt="2025-09-22T11:22:54.536" v="540"/>
          <ac:picMkLst>
            <pc:docMk/>
            <pc:sldMk cId="3028087976" sldId="280"/>
            <ac:picMk id="5" creationId="{C6EEC0AF-8819-551A-257C-F729EA346810}"/>
          </ac:picMkLst>
        </pc:picChg>
      </pc:sldChg>
      <pc:sldChg chg="addSp modSp new mod">
        <pc:chgData name="Turcanu, Adrian" userId="e486f682-fd76-4f78-aa5a-44d69a6b88db" providerId="ADAL" clId="{343D2EC5-143C-4985-A55C-475C5E23CEC2}" dt="2025-09-22T12:12:28.600" v="710" actId="1076"/>
        <pc:sldMkLst>
          <pc:docMk/>
          <pc:sldMk cId="895137194" sldId="281"/>
        </pc:sldMkLst>
        <pc:spChg chg="mod">
          <ac:chgData name="Turcanu, Adrian" userId="e486f682-fd76-4f78-aa5a-44d69a6b88db" providerId="ADAL" clId="{343D2EC5-143C-4985-A55C-475C5E23CEC2}" dt="2025-09-22T12:11:04.559" v="690"/>
          <ac:spMkLst>
            <pc:docMk/>
            <pc:sldMk cId="895137194" sldId="281"/>
            <ac:spMk id="2" creationId="{3DA0BBB6-2C95-8611-CA15-BF75F225EDA1}"/>
          </ac:spMkLst>
        </pc:spChg>
        <pc:spChg chg="mod">
          <ac:chgData name="Turcanu, Adrian" userId="e486f682-fd76-4f78-aa5a-44d69a6b88db" providerId="ADAL" clId="{343D2EC5-143C-4985-A55C-475C5E23CEC2}" dt="2025-09-22T12:12:13.124" v="708" actId="20577"/>
          <ac:spMkLst>
            <pc:docMk/>
            <pc:sldMk cId="895137194" sldId="281"/>
            <ac:spMk id="3" creationId="{213B4C62-AA5B-D038-3BDE-41EEFB92E92A}"/>
          </ac:spMkLst>
        </pc:spChg>
        <pc:picChg chg="add mod">
          <ac:chgData name="Turcanu, Adrian" userId="e486f682-fd76-4f78-aa5a-44d69a6b88db" providerId="ADAL" clId="{343D2EC5-143C-4985-A55C-475C5E23CEC2}" dt="2025-09-22T12:11:55.772" v="703" actId="1076"/>
          <ac:picMkLst>
            <pc:docMk/>
            <pc:sldMk cId="895137194" sldId="281"/>
            <ac:picMk id="4" creationId="{6AF38DDF-A5A7-9E31-EEF9-3DC0F94EC0D7}"/>
          </ac:picMkLst>
        </pc:picChg>
        <pc:picChg chg="add mod">
          <ac:chgData name="Turcanu, Adrian" userId="e486f682-fd76-4f78-aa5a-44d69a6b88db" providerId="ADAL" clId="{343D2EC5-143C-4985-A55C-475C5E23CEC2}" dt="2025-09-22T12:12:28.600" v="710" actId="1076"/>
          <ac:picMkLst>
            <pc:docMk/>
            <pc:sldMk cId="895137194" sldId="281"/>
            <ac:picMk id="5" creationId="{60CD9C86-6626-FA6A-FDF9-95B6364B6E6C}"/>
          </ac:picMkLst>
        </pc:picChg>
      </pc:sldChg>
      <pc:sldChg chg="addSp modSp new mod">
        <pc:chgData name="Turcanu, Adrian" userId="e486f682-fd76-4f78-aa5a-44d69a6b88db" providerId="ADAL" clId="{343D2EC5-143C-4985-A55C-475C5E23CEC2}" dt="2025-09-22T12:17:19.568" v="773" actId="27636"/>
        <pc:sldMkLst>
          <pc:docMk/>
          <pc:sldMk cId="3327371391" sldId="282"/>
        </pc:sldMkLst>
        <pc:spChg chg="mod">
          <ac:chgData name="Turcanu, Adrian" userId="e486f682-fd76-4f78-aa5a-44d69a6b88db" providerId="ADAL" clId="{343D2EC5-143C-4985-A55C-475C5E23CEC2}" dt="2025-09-22T12:13:10.081" v="714" actId="20577"/>
          <ac:spMkLst>
            <pc:docMk/>
            <pc:sldMk cId="3327371391" sldId="282"/>
            <ac:spMk id="2" creationId="{F107C970-3A13-578E-6977-94148E809358}"/>
          </ac:spMkLst>
        </pc:spChg>
        <pc:spChg chg="mod">
          <ac:chgData name="Turcanu, Adrian" userId="e486f682-fd76-4f78-aa5a-44d69a6b88db" providerId="ADAL" clId="{343D2EC5-143C-4985-A55C-475C5E23CEC2}" dt="2025-09-22T12:17:19.568" v="773" actId="27636"/>
          <ac:spMkLst>
            <pc:docMk/>
            <pc:sldMk cId="3327371391" sldId="282"/>
            <ac:spMk id="3" creationId="{E586148C-BD0D-D6E4-564C-030D96EAC3E9}"/>
          </ac:spMkLst>
        </pc:spChg>
        <pc:picChg chg="add mod">
          <ac:chgData name="Turcanu, Adrian" userId="e486f682-fd76-4f78-aa5a-44d69a6b88db" providerId="ADAL" clId="{343D2EC5-143C-4985-A55C-475C5E23CEC2}" dt="2025-09-22T12:17:14.319" v="769" actId="14100"/>
          <ac:picMkLst>
            <pc:docMk/>
            <pc:sldMk cId="3327371391" sldId="282"/>
            <ac:picMk id="4" creationId="{582E37ED-C29F-AD5B-EFFA-45DA5784717D}"/>
          </ac:picMkLst>
        </pc:picChg>
      </pc:sldChg>
      <pc:sldChg chg="modSp new mod">
        <pc:chgData name="Turcanu, Adrian" userId="e486f682-fd76-4f78-aa5a-44d69a6b88db" providerId="ADAL" clId="{343D2EC5-143C-4985-A55C-475C5E23CEC2}" dt="2025-09-22T12:18:25.773" v="781" actId="20577"/>
        <pc:sldMkLst>
          <pc:docMk/>
          <pc:sldMk cId="2573401535" sldId="283"/>
        </pc:sldMkLst>
        <pc:spChg chg="mod">
          <ac:chgData name="Turcanu, Adrian" userId="e486f682-fd76-4f78-aa5a-44d69a6b88db" providerId="ADAL" clId="{343D2EC5-143C-4985-A55C-475C5E23CEC2}" dt="2025-09-22T12:17:52.295" v="775"/>
          <ac:spMkLst>
            <pc:docMk/>
            <pc:sldMk cId="2573401535" sldId="283"/>
            <ac:spMk id="2" creationId="{5E480D16-6659-306B-16FD-008AD6E44974}"/>
          </ac:spMkLst>
        </pc:spChg>
        <pc:spChg chg="mod">
          <ac:chgData name="Turcanu, Adrian" userId="e486f682-fd76-4f78-aa5a-44d69a6b88db" providerId="ADAL" clId="{343D2EC5-143C-4985-A55C-475C5E23CEC2}" dt="2025-09-22T12:18:25.773" v="781" actId="20577"/>
          <ac:spMkLst>
            <pc:docMk/>
            <pc:sldMk cId="2573401535" sldId="283"/>
            <ac:spMk id="3" creationId="{B6116F75-EB8F-BDFB-28C4-0B74332A6900}"/>
          </ac:spMkLst>
        </pc:spChg>
      </pc:sldChg>
      <pc:sldChg chg="modSp new mod">
        <pc:chgData name="Turcanu, Adrian" userId="e486f682-fd76-4f78-aa5a-44d69a6b88db" providerId="ADAL" clId="{343D2EC5-143C-4985-A55C-475C5E23CEC2}" dt="2025-09-22T12:56:05.562" v="1171" actId="20577"/>
        <pc:sldMkLst>
          <pc:docMk/>
          <pc:sldMk cId="3101516186" sldId="284"/>
        </pc:sldMkLst>
        <pc:spChg chg="mod">
          <ac:chgData name="Turcanu, Adrian" userId="e486f682-fd76-4f78-aa5a-44d69a6b88db" providerId="ADAL" clId="{343D2EC5-143C-4985-A55C-475C5E23CEC2}" dt="2025-09-22T12:33:57.441" v="848" actId="20577"/>
          <ac:spMkLst>
            <pc:docMk/>
            <pc:sldMk cId="3101516186" sldId="284"/>
            <ac:spMk id="2" creationId="{EA7EB2DD-B0C8-2DCC-7AC8-BD9B8413982E}"/>
          </ac:spMkLst>
        </pc:spChg>
        <pc:spChg chg="mod">
          <ac:chgData name="Turcanu, Adrian" userId="e486f682-fd76-4f78-aa5a-44d69a6b88db" providerId="ADAL" clId="{343D2EC5-143C-4985-A55C-475C5E23CEC2}" dt="2025-09-22T12:56:05.562" v="1171" actId="20577"/>
          <ac:spMkLst>
            <pc:docMk/>
            <pc:sldMk cId="3101516186" sldId="284"/>
            <ac:spMk id="3" creationId="{29A69684-831A-272D-EEE4-690B6BC9F211}"/>
          </ac:spMkLst>
        </pc:spChg>
      </pc:sldChg>
      <pc:sldChg chg="addSp delSp modSp new mod">
        <pc:chgData name="Turcanu, Adrian" userId="e486f682-fd76-4f78-aa5a-44d69a6b88db" providerId="ADAL" clId="{343D2EC5-143C-4985-A55C-475C5E23CEC2}" dt="2025-09-22T12:38:16.169" v="1049" actId="1076"/>
        <pc:sldMkLst>
          <pc:docMk/>
          <pc:sldMk cId="2160583454" sldId="285"/>
        </pc:sldMkLst>
        <pc:spChg chg="mod">
          <ac:chgData name="Turcanu, Adrian" userId="e486f682-fd76-4f78-aa5a-44d69a6b88db" providerId="ADAL" clId="{343D2EC5-143C-4985-A55C-475C5E23CEC2}" dt="2025-09-22T12:38:16.169" v="1049" actId="1076"/>
          <ac:spMkLst>
            <pc:docMk/>
            <pc:sldMk cId="2160583454" sldId="285"/>
            <ac:spMk id="2" creationId="{37CF495D-3D26-E1B3-18FD-93BDB6AEE75F}"/>
          </ac:spMkLst>
        </pc:spChg>
        <pc:spChg chg="del">
          <ac:chgData name="Turcanu, Adrian" userId="e486f682-fd76-4f78-aa5a-44d69a6b88db" providerId="ADAL" clId="{343D2EC5-143C-4985-A55C-475C5E23CEC2}" dt="2025-09-22T12:35:28.808" v="899"/>
          <ac:spMkLst>
            <pc:docMk/>
            <pc:sldMk cId="2160583454" sldId="285"/>
            <ac:spMk id="3" creationId="{AF07FC3F-ED5F-5AC7-35AF-BD5DE07A9060}"/>
          </ac:spMkLst>
        </pc:spChg>
        <pc:spChg chg="add mod">
          <ac:chgData name="Turcanu, Adrian" userId="e486f682-fd76-4f78-aa5a-44d69a6b88db" providerId="ADAL" clId="{343D2EC5-143C-4985-A55C-475C5E23CEC2}" dt="2025-09-22T12:38:03.285" v="1048" actId="5793"/>
          <ac:spMkLst>
            <pc:docMk/>
            <pc:sldMk cId="2160583454" sldId="285"/>
            <ac:spMk id="4" creationId="{DD51D4B4-162B-5F3E-17DF-62916E93A46A}"/>
          </ac:spMkLst>
        </pc:spChg>
      </pc:sldChg>
      <pc:sldChg chg="addSp delSp modSp new mod">
        <pc:chgData name="Turcanu, Adrian" userId="e486f682-fd76-4f78-aa5a-44d69a6b88db" providerId="ADAL" clId="{343D2EC5-143C-4985-A55C-475C5E23CEC2}" dt="2025-09-22T12:56:32.732" v="1176" actId="20577"/>
        <pc:sldMkLst>
          <pc:docMk/>
          <pc:sldMk cId="3315939167" sldId="286"/>
        </pc:sldMkLst>
        <pc:spChg chg="mod">
          <ac:chgData name="Turcanu, Adrian" userId="e486f682-fd76-4f78-aa5a-44d69a6b88db" providerId="ADAL" clId="{343D2EC5-143C-4985-A55C-475C5E23CEC2}" dt="2025-09-22T12:38:30.999" v="1051"/>
          <ac:spMkLst>
            <pc:docMk/>
            <pc:sldMk cId="3315939167" sldId="286"/>
            <ac:spMk id="2" creationId="{32F8AE39-D3C6-AD37-4012-0FFE6A2DFFD2}"/>
          </ac:spMkLst>
        </pc:spChg>
        <pc:spChg chg="del">
          <ac:chgData name="Turcanu, Adrian" userId="e486f682-fd76-4f78-aa5a-44d69a6b88db" providerId="ADAL" clId="{343D2EC5-143C-4985-A55C-475C5E23CEC2}" dt="2025-09-22T12:38:43.068" v="1052"/>
          <ac:spMkLst>
            <pc:docMk/>
            <pc:sldMk cId="3315939167" sldId="286"/>
            <ac:spMk id="3" creationId="{E9533F0F-7D3A-46C0-B4E5-22801653E507}"/>
          </ac:spMkLst>
        </pc:spChg>
        <pc:spChg chg="add mod">
          <ac:chgData name="Turcanu, Adrian" userId="e486f682-fd76-4f78-aa5a-44d69a6b88db" providerId="ADAL" clId="{343D2EC5-143C-4985-A55C-475C5E23CEC2}" dt="2025-09-22T12:56:32.732" v="1176" actId="20577"/>
          <ac:spMkLst>
            <pc:docMk/>
            <pc:sldMk cId="3315939167" sldId="286"/>
            <ac:spMk id="4" creationId="{249E15F5-A2B0-12AA-87AB-62AF739A8110}"/>
          </ac:spMkLst>
        </pc:spChg>
      </pc:sldChg>
      <pc:sldChg chg="modSp new del mod">
        <pc:chgData name="Turcanu, Adrian" userId="e486f682-fd76-4f78-aa5a-44d69a6b88db" providerId="ADAL" clId="{343D2EC5-143C-4985-A55C-475C5E23CEC2}" dt="2025-09-22T12:43:02.692" v="1080" actId="2696"/>
        <pc:sldMkLst>
          <pc:docMk/>
          <pc:sldMk cId="459605118" sldId="287"/>
        </pc:sldMkLst>
        <pc:spChg chg="mod">
          <ac:chgData name="Turcanu, Adrian" userId="e486f682-fd76-4f78-aa5a-44d69a6b88db" providerId="ADAL" clId="{343D2EC5-143C-4985-A55C-475C5E23CEC2}" dt="2025-09-22T12:42:57.542" v="1079" actId="20577"/>
          <ac:spMkLst>
            <pc:docMk/>
            <pc:sldMk cId="459605118" sldId="287"/>
            <ac:spMk id="3" creationId="{44185F56-A779-64FB-D096-9A56D188F1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D949D-6411-4AE3-AE07-2A46F4D1A77E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D07CE-B8B9-46B4-B111-686B658EFE2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4145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D07CE-B8B9-46B4-B111-686B658EFE22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36042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D07CE-B8B9-46B4-B111-686B658EFE22}" type="slidenum">
              <a:rPr lang="en-AE" smtClean="0"/>
              <a:t>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1456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?</a:t>
            </a:r>
          </a:p>
          <a:p>
            <a:endParaRPr lang="en-US" dirty="0"/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D07CE-B8B9-46B4-B111-686B658EFE22}" type="slidenum">
              <a:rPr lang="en-AE" smtClean="0"/>
              <a:t>13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85426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D07CE-B8B9-46B4-B111-686B658EFE22}" type="slidenum">
              <a:rPr lang="en-AE" smtClean="0"/>
              <a:t>19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2882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D07CE-B8B9-46B4-B111-686B658EFE22}" type="slidenum">
              <a:rPr lang="en-AE" smtClean="0"/>
              <a:t>24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7555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9DE06-BC66-838A-34BF-091E5FB2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308B9-DE8A-AD53-99F3-8AF309479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1F2B2-7D8B-D82C-6AD6-A03B108FD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3A107-25B4-4F69-CBFE-4353502F3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D07CE-B8B9-46B4-B111-686B658EFE22}" type="slidenum">
              <a:rPr lang="en-AE" smtClean="0"/>
              <a:t>25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58295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BCABC-99C4-EDAA-0A56-569C5199F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A0699-95EF-74A7-85C8-45923D35E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AF044-6D25-2A0A-0AF5-AF175E748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FA867-88CB-72D5-6786-90692381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E3322-DA29-B41C-56A3-51D64E84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3440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D66A4-CF7A-9959-8165-69B1C812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50510-810A-304D-C485-F1E1179A3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08C9-2617-FF6D-4D75-D6439C68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9B9F0-CF82-59A7-2A9D-B4176865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5A613-0BD0-1864-D4AB-E6893581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7053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A3D3-E2CC-0D4D-BAAF-F6A3C9DE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00C9B-8389-006B-F5A4-36477649A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1F93C-96F5-7732-89C3-9CC8A602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046C0-95FB-C415-83D0-DBADFEFA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C23B9-AE3C-7A7D-EBF5-CDBF85A8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8474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37BD-84D5-097B-3069-69CFF02A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6622-C804-1C37-4CB4-516FD2767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5811F-9E87-A7F2-26E3-BE74B88D9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A3451-A06C-6F1E-A43C-C4FFFCD7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62E96-BFE8-2A68-3A30-0B15F368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A219D-F3AB-0CA6-3329-18BF3978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1533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82E4-6B51-2BDB-374B-6E11C5253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7CCD8-1815-E33B-B58A-1036CFF58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05271-5F21-8523-93F5-AD4F894B6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4FD200-AE0E-F30B-4B23-48EAF0C59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3F71D-3F09-2007-E9B1-D7D26E7558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14D0B-8F1F-85B2-8562-C57B233D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3995FA-3ACD-3CDD-880E-AA2B16EFA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E4D729-7A1A-E549-46B1-D0C5F445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8411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4F9F-43F7-CE71-9127-EC794E0E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9CB58-4042-A88F-55FB-E3E9D238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F2878-2C05-B255-3244-9BE51EF4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426F4-5896-1CF8-6974-5B9572E7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0293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47045-0A92-2CF8-BA7D-CBE98764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CC9A1-B51D-B0A7-1E14-05A91125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945A8-1D79-91C4-8DF5-0C3D49A9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6252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E65C-260A-6255-F9BF-E40A1135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083B7-938A-2F3B-B3E3-20BD7ABD3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ABE84-067D-A234-E685-5831FEAEA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FE3E3-29CB-7E05-6BF1-219BDCB1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AC2AC-0DE5-A000-7924-FAB6545A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8217F-47B3-4F95-69B3-ED14B8D1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7515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5B59-7108-A3B8-1435-E55E59B1D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37540-BF0B-C50F-C242-8351C3868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596ED-6F58-00D9-DADA-6161C39ED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A263D-CB24-2182-84A3-9F5B8C3E5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AF888-6F2B-9E91-A83E-9FA0AC22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BDF62-1947-8049-273C-CDF33EE0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8035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6B0D-7212-E402-A030-C4B5AC57B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C5EF0-54F6-56F4-0045-C3D0992C7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3EF8-7072-23DC-38D7-5C83663B7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B6CA-9291-440C-4907-530BE05E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82719-795A-8D14-E52E-25E83772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5084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C2947-E745-596D-4131-877CD16FD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78A46-B265-1437-9DE3-9AC31DCAF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D76C-E466-9B3D-6495-D24780263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FB22B-011C-29F7-B79C-72B4BFE9D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EBC11-ED74-33E4-9991-043F5884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00581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 &amp; Bulle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title"/>
          </p:nvPr>
        </p:nvSpPr>
        <p:spPr>
          <a:xfrm>
            <a:off x="892969" y="178594"/>
            <a:ext cx="10406063" cy="151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6"/>
          <p:cNvSpPr txBox="1">
            <a:spLocks noGrp="1"/>
          </p:cNvSpPr>
          <p:nvPr>
            <p:ph type="body" idx="1"/>
          </p:nvPr>
        </p:nvSpPr>
        <p:spPr>
          <a:xfrm>
            <a:off x="892969" y="1821656"/>
            <a:ext cx="10406063" cy="442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321457" lvl="0" indent="-277257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1pPr>
            <a:lvl2pPr marL="642915" lvl="1" indent="-387311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Helvetica Neue"/>
              <a:buChar char="‣"/>
              <a:defRPr sz="2461"/>
            </a:lvl2pPr>
            <a:lvl3pPr marL="964372" lvl="2" indent="-387311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Helvetica Neue"/>
              <a:buChar char="-"/>
              <a:defRPr sz="2461"/>
            </a:lvl3pPr>
            <a:lvl4pPr marL="1285829" lvl="3" indent="-387311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Helvetica Neue"/>
              <a:buChar char="-"/>
              <a:defRPr sz="2461"/>
            </a:lvl4pPr>
            <a:lvl5pPr marL="1607287" lvl="4" indent="-387311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Helvetica Neue"/>
              <a:buChar char="-"/>
              <a:defRPr sz="2461"/>
            </a:lvl5pPr>
            <a:lvl6pPr marL="1928744" lvl="5" indent="-277257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marL="2250201" lvl="6" indent="-277257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marL="2571659" lvl="7" indent="-277256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marL="2893116" lvl="8" indent="-277256" algn="l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sldNum" idx="12"/>
          </p:nvPr>
        </p:nvSpPr>
        <p:spPr>
          <a:xfrm>
            <a:off x="5933329" y="6536531"/>
            <a:ext cx="318993" cy="27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125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125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125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125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125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125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125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125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125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47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25D07-45C2-FAED-CA1D-84CDACF5A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71A40-4FBF-669F-D371-0E8BA97FC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B25A8-EBC5-4043-AEF5-61E484885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BF228-C880-422A-980C-1C826889A865}" type="datetimeFigureOut">
              <a:rPr lang="en-AE" smtClean="0"/>
              <a:t>22/09/2025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17A96-0138-FD58-F23F-E1BC9BA63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5B467-3E71-B2DF-8A11-3E2CDF488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6F755-E19D-49C7-B112-385F519BD7A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1667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DDDC-A014-AC33-58A9-8EC43C5B5C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82627-7AB0-1909-6B78-B5B3A9AF20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92929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F20PA - Research Methods and Requirements Engineering</a:t>
            </a:r>
            <a:endParaRPr lang="en-US" dirty="0"/>
          </a:p>
          <a:p>
            <a:endParaRPr lang="en-A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D3730-CA7A-7804-ADC5-4886C62D5C28}"/>
              </a:ext>
            </a:extLst>
          </p:cNvPr>
          <p:cNvSpPr txBox="1"/>
          <p:nvPr/>
        </p:nvSpPr>
        <p:spPr>
          <a:xfrm>
            <a:off x="3686908" y="6211669"/>
            <a:ext cx="8434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6B9"/>
              </a:buClr>
              <a:buSzPct val="47791"/>
              <a:buFont typeface="Helvetica Neue Light"/>
              <a:buNone/>
            </a:pPr>
            <a:r>
              <a:rPr lang="en-US" sz="1800" dirty="0"/>
              <a:t>Adapted from slides provided by </a:t>
            </a:r>
            <a:r>
              <a:rPr lang="ro-RO" sz="1800" dirty="0"/>
              <a:t>Dr.</a:t>
            </a:r>
            <a:r>
              <a:rPr lang="en-US" sz="1800" dirty="0"/>
              <a:t> Ryad</a:t>
            </a:r>
            <a:r>
              <a:rPr lang="ro-RO" sz="1800" dirty="0"/>
              <a:t> Soobhany and Dr. Theodoros Georgiou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56696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1815-1DAF-284B-DC52-5F93DA967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lecture…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8BC68-6446-CCBA-9EAE-C89BC1B8F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What is an experiment?</a:t>
            </a:r>
          </a:p>
          <a:p>
            <a:pPr>
              <a:spcAft>
                <a:spcPts val="600"/>
              </a:spcAft>
            </a:pPr>
            <a:r>
              <a:rPr lang="en-US" dirty="0"/>
              <a:t>Subjective and Objective data</a:t>
            </a:r>
          </a:p>
          <a:p>
            <a:pPr>
              <a:spcAft>
                <a:spcPts val="600"/>
              </a:spcAft>
            </a:pPr>
            <a:r>
              <a:rPr lang="en-GB" dirty="0"/>
              <a:t>Quantitative and Qualitative data</a:t>
            </a:r>
          </a:p>
          <a:p>
            <a:pPr>
              <a:spcAft>
                <a:spcPts val="600"/>
              </a:spcAft>
            </a:pPr>
            <a:r>
              <a:rPr lang="en-US" dirty="0"/>
              <a:t>Experimental Design</a:t>
            </a:r>
            <a:endParaRPr lang="ro-RO" dirty="0"/>
          </a:p>
          <a:p>
            <a:pPr>
              <a:spcAft>
                <a:spcPts val="600"/>
              </a:spcAft>
            </a:pPr>
            <a:r>
              <a:rPr lang="en-GB" dirty="0"/>
              <a:t>Working with users</a:t>
            </a:r>
          </a:p>
          <a:p>
            <a:pPr>
              <a:spcAft>
                <a:spcPts val="600"/>
              </a:spcAft>
            </a:pPr>
            <a:r>
              <a:rPr lang="en-GB" dirty="0"/>
              <a:t>Basic statistical analysis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5584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8B10-561D-9AE2-9D72-24B50B1F5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413"/>
          </a:xfrm>
        </p:spPr>
        <p:txBody>
          <a:bodyPr/>
          <a:lstStyle/>
          <a:p>
            <a:r>
              <a:rPr lang="en-US" dirty="0"/>
              <a:t>What is an experiment?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3187B-3948-92B3-9EDD-3387BD75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538"/>
            <a:ext cx="10515600" cy="4887425"/>
          </a:xfrm>
        </p:spPr>
        <p:txBody>
          <a:bodyPr>
            <a:normAutofit/>
          </a:bodyPr>
          <a:lstStyle/>
          <a:p>
            <a:r>
              <a:rPr lang="en-US" dirty="0"/>
              <a:t>It is a scientific study methodology, that is designed specifically to allow researchers to draw conclusions about causality </a:t>
            </a:r>
            <a:r>
              <a:rPr lang="en-US" b="1" dirty="0"/>
              <a:t>based on data analysis and evaluation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An experiment has certain key components </a:t>
            </a:r>
          </a:p>
          <a:p>
            <a:pPr lvl="1"/>
            <a:r>
              <a:rPr lang="en-GB" dirty="0"/>
              <a:t>Hypothesis(es) </a:t>
            </a:r>
          </a:p>
          <a:p>
            <a:pPr lvl="2"/>
            <a:r>
              <a:rPr lang="en-GB" dirty="0"/>
              <a:t>Statement to be proven </a:t>
            </a:r>
          </a:p>
          <a:p>
            <a:pPr lvl="1"/>
            <a:r>
              <a:rPr lang="en-GB" dirty="0"/>
              <a:t>Independent variable(s) </a:t>
            </a:r>
          </a:p>
          <a:p>
            <a:pPr lvl="2"/>
            <a:r>
              <a:rPr lang="en-GB" dirty="0"/>
              <a:t>What you manipulate or change</a:t>
            </a:r>
          </a:p>
          <a:p>
            <a:pPr lvl="2"/>
            <a:r>
              <a:rPr lang="en-GB" dirty="0"/>
              <a:t>This is the part of your experiment you have control over. </a:t>
            </a:r>
          </a:p>
          <a:p>
            <a:pPr lvl="1"/>
            <a:r>
              <a:rPr lang="en-GB" dirty="0"/>
              <a:t>Dependent variable(s) </a:t>
            </a:r>
          </a:p>
          <a:p>
            <a:pPr lvl="2"/>
            <a:r>
              <a:rPr lang="en-GB" dirty="0"/>
              <a:t>What you measure – data you are collecting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048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F650B-22FD-E2B8-A7B3-17E8F97B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Experiments...things to think about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903B-9444-F685-CD59-43A7EFDC4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73862" cy="4667250"/>
          </a:xfrm>
        </p:spPr>
        <p:txBody>
          <a:bodyPr>
            <a:normAutofit/>
          </a:bodyPr>
          <a:lstStyle/>
          <a:p>
            <a:r>
              <a:rPr lang="en-GB" dirty="0"/>
              <a:t>What are you evaluating? </a:t>
            </a:r>
          </a:p>
          <a:p>
            <a:r>
              <a:rPr lang="en-GB" dirty="0"/>
              <a:t>Narrow it down </a:t>
            </a:r>
          </a:p>
          <a:p>
            <a:pPr lvl="1"/>
            <a:r>
              <a:rPr lang="en-GB" dirty="0"/>
              <a:t>Figure out what you are comparing </a:t>
            </a:r>
          </a:p>
          <a:p>
            <a:r>
              <a:rPr lang="en-GB" dirty="0"/>
              <a:t>Who are your participants going to be? </a:t>
            </a:r>
          </a:p>
          <a:p>
            <a:pPr lvl="1"/>
            <a:r>
              <a:rPr lang="en-GB" dirty="0"/>
              <a:t>Students? </a:t>
            </a:r>
          </a:p>
          <a:p>
            <a:pPr lvl="1"/>
            <a:r>
              <a:rPr lang="en-GB" dirty="0"/>
              <a:t>Other people? </a:t>
            </a:r>
          </a:p>
          <a:p>
            <a:pPr lvl="1"/>
            <a:r>
              <a:rPr lang="en-GB" dirty="0"/>
              <a:t>Or a mix? </a:t>
            </a:r>
          </a:p>
          <a:p>
            <a:r>
              <a:rPr lang="en-GB" dirty="0"/>
              <a:t>Consider the procedure.</a:t>
            </a:r>
          </a:p>
          <a:p>
            <a:pPr lvl="1"/>
            <a:r>
              <a:rPr lang="en-GB" dirty="0"/>
              <a:t>What order should they do things in?</a:t>
            </a:r>
          </a:p>
          <a:p>
            <a:pPr lvl="1"/>
            <a:r>
              <a:rPr lang="en-GB" dirty="0"/>
              <a:t>How long it will take etc.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19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592DF-36D0-4EC7-560A-5DFD9E97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61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2F2B3-1281-F787-B27F-C3C1F0C6E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631"/>
            <a:ext cx="10515600" cy="4764332"/>
          </a:xfrm>
        </p:spPr>
        <p:txBody>
          <a:bodyPr/>
          <a:lstStyle/>
          <a:p>
            <a:r>
              <a:rPr lang="en-GB" dirty="0"/>
              <a:t>Whether you are comparing two systems</a:t>
            </a:r>
          </a:p>
          <a:p>
            <a:pPr marL="0" indent="0">
              <a:buNone/>
            </a:pPr>
            <a:r>
              <a:rPr lang="en-GB" dirty="0"/>
              <a:t> 	OR</a:t>
            </a:r>
          </a:p>
          <a:p>
            <a:r>
              <a:rPr lang="en-GB" dirty="0"/>
              <a:t>Doing a usability test for one system</a:t>
            </a:r>
          </a:p>
          <a:p>
            <a:pPr marL="457200" lvl="1" indent="0">
              <a:buNone/>
            </a:pPr>
            <a:r>
              <a:rPr lang="en-GB" dirty="0"/>
              <a:t>	...you need to collect data</a:t>
            </a:r>
          </a:p>
          <a:p>
            <a:r>
              <a:rPr lang="en-US" dirty="0"/>
              <a:t>Why?</a:t>
            </a:r>
          </a:p>
          <a:p>
            <a:pPr marL="0" indent="0">
              <a:buNone/>
            </a:pPr>
            <a:r>
              <a:rPr lang="en-US" dirty="0"/>
              <a:t>	Because it </a:t>
            </a:r>
            <a:r>
              <a:rPr lang="en-GB" dirty="0"/>
              <a:t>gives you evidence for your claims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Types of data</a:t>
            </a:r>
          </a:p>
          <a:p>
            <a:pPr lvl="1"/>
            <a:r>
              <a:rPr lang="en-GB" dirty="0"/>
              <a:t>Subjective vs Objective</a:t>
            </a:r>
          </a:p>
          <a:p>
            <a:pPr lvl="1"/>
            <a:r>
              <a:rPr lang="en-GB" dirty="0"/>
              <a:t>Quantitative vs Qualitative</a:t>
            </a:r>
            <a:endParaRPr lang="en-US" dirty="0"/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45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A988-8D81-FDFD-D8D2-A7F6BBCB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Subjective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89C55-9981-096A-CF81-B488F4794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Subjective data is data that is collected or obtained via personal </a:t>
            </a:r>
            <a:r>
              <a:rPr lang="en-GB" sz="3000" dirty="0"/>
              <a:t>interactions, </a:t>
            </a:r>
          </a:p>
          <a:p>
            <a:pPr lvl="1"/>
            <a:r>
              <a:rPr lang="en-GB" sz="2600" dirty="0"/>
              <a:t>i.e., talking, sharing, explaining, etc.</a:t>
            </a:r>
          </a:p>
          <a:p>
            <a:r>
              <a:rPr lang="en-GB" sz="3000" dirty="0"/>
              <a:t>It is collected to make an assumption about what the fact might be, what event might have occurred, what calculations may have to be done, etc.</a:t>
            </a:r>
          </a:p>
          <a:p>
            <a:r>
              <a:rPr lang="en-GB" sz="3000" dirty="0"/>
              <a:t>This data varies from one person to another, with every situation, every minute.</a:t>
            </a:r>
          </a:p>
          <a:p>
            <a:r>
              <a:rPr lang="en-GB" sz="3000" dirty="0"/>
              <a:t>It cannot be declared as the truth, as it evolves from so many sources with different inputs.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883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2CA-53B5-97E1-E7A1-02D58614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C3AEB-2077-07C6-7F3D-1D03B567A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Objective Data is the physical data we can observe using our senses.</a:t>
            </a:r>
          </a:p>
          <a:p>
            <a:r>
              <a:rPr lang="en-GB" dirty="0"/>
              <a:t>Objective findings come in either 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measurement </a:t>
            </a:r>
            <a:r>
              <a:rPr lang="en-GB" dirty="0"/>
              <a:t>or </a:t>
            </a: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direct observation. </a:t>
            </a:r>
          </a:p>
          <a:p>
            <a:r>
              <a:rPr lang="en-GB" dirty="0"/>
              <a:t>Objective data cannot be argued, as it is measured and observed through tests, and experiments </a:t>
            </a:r>
          </a:p>
          <a:p>
            <a:r>
              <a:rPr lang="en-GB" dirty="0"/>
              <a:t>Objective data is often easier for many to discern, as there is no grey area.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155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556B-3CA3-E52A-C4A0-60045C33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Subjective vs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99832-B214-49E9-BA19-0237D259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5271"/>
            <a:ext cx="10515600" cy="4351338"/>
          </a:xfrm>
        </p:spPr>
        <p:txBody>
          <a:bodyPr/>
          <a:lstStyle/>
          <a:p>
            <a:r>
              <a:rPr lang="en-GB" dirty="0"/>
              <a:t>Through </a:t>
            </a:r>
            <a:r>
              <a:rPr lang="en-GB" b="1" dirty="0"/>
              <a:t>subjective data</a:t>
            </a:r>
            <a:r>
              <a:rPr lang="en-GB" dirty="0"/>
              <a:t>, an idea/assumption can be formed.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This can then be verified via gathering </a:t>
            </a:r>
            <a:r>
              <a:rPr lang="en-GB" b="1" dirty="0"/>
              <a:t>objective data</a:t>
            </a:r>
            <a:r>
              <a:rPr lang="en-GB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218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0621-014E-C668-9C95-DA21690C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Quantitative and Qualitative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62562-FD2D-3425-6851-4E099EBC0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Quantitative</a:t>
            </a:r>
            <a:r>
              <a:rPr lang="en-US" dirty="0"/>
              <a:t> data is data that is in the form of numbers</a:t>
            </a:r>
          </a:p>
          <a:p>
            <a:pPr lvl="1"/>
            <a:r>
              <a:rPr lang="en-US" dirty="0"/>
              <a:t>Or that can easily be translated into numbers.</a:t>
            </a:r>
            <a:endParaRPr lang="ro-RO" dirty="0"/>
          </a:p>
          <a:p>
            <a:pPr lvl="1"/>
            <a:r>
              <a:rPr lang="ro-RO" dirty="0"/>
              <a:t>It can be discrete or continuous</a:t>
            </a:r>
            <a:endParaRPr lang="en-US" dirty="0"/>
          </a:p>
          <a:p>
            <a:pPr lvl="2"/>
            <a:r>
              <a:rPr lang="en-US" dirty="0"/>
              <a:t>Age, weight, height</a:t>
            </a:r>
          </a:p>
          <a:p>
            <a:pPr lvl="2"/>
            <a:r>
              <a:rPr lang="en-US" dirty="0"/>
              <a:t>The number of projects the department handles</a:t>
            </a:r>
          </a:p>
          <a:p>
            <a:pPr lvl="2"/>
            <a:r>
              <a:rPr lang="en-US" dirty="0"/>
              <a:t>How many minutes/seconds it takes to complete a task</a:t>
            </a:r>
          </a:p>
          <a:p>
            <a:pPr lvl="2"/>
            <a:endParaRPr lang="en-US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Qualitative</a:t>
            </a:r>
            <a:r>
              <a:rPr lang="en-US" dirty="0"/>
              <a:t> data is not expressed in numbers or numerical forms</a:t>
            </a:r>
          </a:p>
          <a:p>
            <a:pPr lvl="1"/>
            <a:r>
              <a:rPr lang="en-US" dirty="0"/>
              <a:t>Descriptions, quotes from interviews, images, 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4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CA90-0AAF-91D2-51ED-A76E0365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Quantitative vs Qualitative Data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C9657-145E-0C28-17F8-0BE643BAD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Quantitative </a:t>
            </a:r>
            <a:r>
              <a:rPr lang="en-US" dirty="0"/>
              <a:t>data analysis uses numerical methods to ascertain magnitudes, amount, or size of something.</a:t>
            </a:r>
          </a:p>
          <a:p>
            <a:pPr lvl="1"/>
            <a:r>
              <a:rPr lang="en-US" dirty="0"/>
              <a:t>Average person is 170 cm, weighs 56.5kg, and is 45years old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7030A0"/>
                </a:solidFill>
              </a:rPr>
              <a:t>Qualitative</a:t>
            </a:r>
            <a:r>
              <a:rPr lang="en-US" dirty="0"/>
              <a:t> data analysis focuses on the nature of something and can be represented by themes, patterns, and stories. </a:t>
            </a:r>
          </a:p>
          <a:p>
            <a:pPr lvl="1"/>
            <a:r>
              <a:rPr lang="en-US" dirty="0"/>
              <a:t>Average person is tall, thin, and middle aged.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546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>
            <a:spLocks noGrp="1"/>
          </p:cNvSpPr>
          <p:nvPr>
            <p:ph type="title"/>
          </p:nvPr>
        </p:nvSpPr>
        <p:spPr>
          <a:xfrm>
            <a:off x="230112" y="-51214"/>
            <a:ext cx="7804547" cy="15180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35719" tIns="35719" rIns="35719" bIns="35719" rtlCol="0" anchor="ctr" anchorCtr="0">
            <a:normAutofit/>
          </a:bodyPr>
          <a:lstStyle/>
          <a:p>
            <a:pPr>
              <a:buSzPts val="7919"/>
            </a:pPr>
            <a:r>
              <a:rPr lang="en-US" sz="5568" dirty="0"/>
              <a:t>Experimental Flowchart</a:t>
            </a:r>
            <a:endParaRPr dirty="0"/>
          </a:p>
        </p:txBody>
      </p:sp>
      <p:sp>
        <p:nvSpPr>
          <p:cNvPr id="91" name="Google Shape;91;p3"/>
          <p:cNvSpPr txBox="1">
            <a:spLocks noGrp="1"/>
          </p:cNvSpPr>
          <p:nvPr>
            <p:ph type="sldNum" idx="12"/>
          </p:nvPr>
        </p:nvSpPr>
        <p:spPr>
          <a:xfrm>
            <a:off x="6013716" y="6536531"/>
            <a:ext cx="159806" cy="2452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35719" tIns="35719" rIns="35719" bIns="35719" rtlCol="0" anchor="t" anchorCtr="0">
            <a:spAutoFit/>
          </a:bodyPr>
          <a:lstStyle/>
          <a:p>
            <a:fld id="{00000000-1234-1234-1234-123412341234}" type="slidenum">
              <a:rPr lang="en-US"/>
              <a:pPr/>
              <a:t>11</a:t>
            </a:fld>
            <a:endParaRPr/>
          </a:p>
        </p:txBody>
      </p:sp>
      <p:grpSp>
        <p:nvGrpSpPr>
          <p:cNvPr id="92" name="Google Shape;92;p3"/>
          <p:cNvGrpSpPr/>
          <p:nvPr/>
        </p:nvGrpSpPr>
        <p:grpSpPr>
          <a:xfrm>
            <a:off x="2041682" y="1547037"/>
            <a:ext cx="8430267" cy="4313162"/>
            <a:chOff x="-3" y="-3"/>
            <a:chExt cx="11989712" cy="6134274"/>
          </a:xfrm>
        </p:grpSpPr>
        <p:grpSp>
          <p:nvGrpSpPr>
            <p:cNvPr id="93" name="Google Shape;93;p3"/>
            <p:cNvGrpSpPr/>
            <p:nvPr/>
          </p:nvGrpSpPr>
          <p:grpSpPr>
            <a:xfrm>
              <a:off x="4879529" y="-3"/>
              <a:ext cx="2230648" cy="1115327"/>
              <a:chOff x="-2" y="-2"/>
              <a:chExt cx="2230647" cy="1115326"/>
            </a:xfrm>
          </p:grpSpPr>
          <p:sp>
            <p:nvSpPr>
              <p:cNvPr id="94" name="Google Shape;94;p3"/>
              <p:cNvSpPr/>
              <p:nvPr/>
            </p:nvSpPr>
            <p:spPr>
              <a:xfrm>
                <a:off x="-2" y="-2"/>
                <a:ext cx="2230647" cy="1115326"/>
              </a:xfrm>
              <a:prstGeom prst="rect">
                <a:avLst/>
              </a:prstGeom>
              <a:solidFill>
                <a:srgbClr val="76D6FF"/>
              </a:solidFill>
              <a:ln w="25400" cap="flat" cmpd="sng">
                <a:solidFill>
                  <a:srgbClr val="FFFFFF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45703" tIns="45703" rIns="45703" bIns="45703" anchor="ctr" anchorCtr="0">
                <a:noAutofit/>
              </a:bodyPr>
              <a:lstStyle/>
              <a:p>
                <a:pPr>
                  <a:buClr>
                    <a:srgbClr val="FFFFFF"/>
                  </a:buClr>
                  <a:buSzPts val="1600"/>
                </a:pPr>
                <a:endParaRPr sz="112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3"/>
              <p:cNvSpPr txBox="1"/>
              <p:nvPr/>
            </p:nvSpPr>
            <p:spPr>
              <a:xfrm>
                <a:off x="-2" y="-2"/>
                <a:ext cx="2230647" cy="3774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3" tIns="45703" rIns="45703" bIns="4570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600"/>
                </a:pPr>
                <a:r>
                  <a:rPr lang="en-US" sz="11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RESEARCH DATA</a:t>
                </a:r>
                <a:endParaRPr sz="1266"/>
              </a:p>
            </p:txBody>
          </p:sp>
        </p:grpSp>
        <p:grpSp>
          <p:nvGrpSpPr>
            <p:cNvPr id="96" name="Google Shape;96;p3"/>
            <p:cNvGrpSpPr/>
            <p:nvPr/>
          </p:nvGrpSpPr>
          <p:grpSpPr>
            <a:xfrm>
              <a:off x="2788301" y="1672979"/>
              <a:ext cx="2230649" cy="1115327"/>
              <a:chOff x="-2" y="-2"/>
              <a:chExt cx="2230647" cy="1115326"/>
            </a:xfrm>
          </p:grpSpPr>
          <p:sp>
            <p:nvSpPr>
              <p:cNvPr id="97" name="Google Shape;97;p3"/>
              <p:cNvSpPr/>
              <p:nvPr/>
            </p:nvSpPr>
            <p:spPr>
              <a:xfrm>
                <a:off x="-2" y="-2"/>
                <a:ext cx="2230647" cy="1115326"/>
              </a:xfrm>
              <a:prstGeom prst="rect">
                <a:avLst/>
              </a:prstGeom>
              <a:solidFill>
                <a:srgbClr val="7FCBED"/>
              </a:solidFill>
              <a:ln w="25400" cap="flat" cmpd="sng">
                <a:solidFill>
                  <a:srgbClr val="FFFFFF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45703" tIns="45703" rIns="45703" bIns="45703" anchor="ctr" anchorCtr="0">
                <a:noAutofit/>
              </a:bodyPr>
              <a:lstStyle/>
              <a:p>
                <a:pPr>
                  <a:buClr>
                    <a:srgbClr val="FFFFFF"/>
                  </a:buClr>
                  <a:buSzPts val="1600"/>
                </a:pPr>
                <a:endParaRPr sz="112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3"/>
              <p:cNvSpPr txBox="1"/>
              <p:nvPr/>
            </p:nvSpPr>
            <p:spPr>
              <a:xfrm>
                <a:off x="-2" y="-2"/>
                <a:ext cx="2230647" cy="6237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3" tIns="45703" rIns="45703" bIns="45703" anchor="t" anchorCtr="0">
                <a:spAutoFit/>
              </a:bodyPr>
              <a:lstStyle/>
              <a:p>
                <a:pPr>
                  <a:buClr>
                    <a:srgbClr val="E6371A"/>
                  </a:buClr>
                  <a:buSzPts val="1600"/>
                </a:pPr>
                <a:r>
                  <a:rPr lang="en-US" sz="1125">
                    <a:solidFill>
                      <a:srgbClr val="E637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QUALITATIVE </a:t>
                </a:r>
                <a:endParaRPr sz="1687" b="1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buClr>
                    <a:srgbClr val="E6371A"/>
                  </a:buClr>
                  <a:buSzPts val="1600"/>
                </a:pPr>
                <a:r>
                  <a:rPr lang="en-US" sz="1125">
                    <a:solidFill>
                      <a:srgbClr val="E637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</a:t>
                </a:r>
                <a:endParaRPr sz="1266"/>
              </a:p>
            </p:txBody>
          </p:sp>
        </p:grpSp>
        <p:sp>
          <p:nvSpPr>
            <p:cNvPr id="99" name="Google Shape;99;p3"/>
            <p:cNvSpPr/>
            <p:nvPr/>
          </p:nvSpPr>
          <p:spPr>
            <a:xfrm>
              <a:off x="3903625" y="1115268"/>
              <a:ext cx="2091230" cy="55767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lnTo>
                    <a:pt x="21600" y="10800"/>
                  </a:lnTo>
                  <a:lnTo>
                    <a:pt x="0" y="10800"/>
                  </a:lnTo>
                  <a:lnTo>
                    <a:pt x="0" y="21600"/>
                  </a:lnTo>
                </a:path>
              </a:pathLst>
            </a:custGeom>
            <a:noFill/>
            <a:ln w="25400" cap="flat" cmpd="sng">
              <a:solidFill>
                <a:srgbClr val="23627E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5E6A71"/>
                </a:buClr>
                <a:buSzPts val="2400"/>
              </a:pPr>
              <a:endParaRPr sz="1687">
                <a:solidFill>
                  <a:srgbClr val="5E6A7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" name="Google Shape;100;p3"/>
            <p:cNvGrpSpPr/>
            <p:nvPr/>
          </p:nvGrpSpPr>
          <p:grpSpPr>
            <a:xfrm>
              <a:off x="1394149" y="3345962"/>
              <a:ext cx="2230648" cy="1115327"/>
              <a:chOff x="-2" y="-2"/>
              <a:chExt cx="2230647" cy="1115326"/>
            </a:xfrm>
          </p:grpSpPr>
          <p:sp>
            <p:nvSpPr>
              <p:cNvPr id="101" name="Google Shape;101;p3"/>
              <p:cNvSpPr/>
              <p:nvPr/>
            </p:nvSpPr>
            <p:spPr>
              <a:xfrm>
                <a:off x="-2" y="-2"/>
                <a:ext cx="2230647" cy="1115326"/>
              </a:xfrm>
              <a:prstGeom prst="rect">
                <a:avLst/>
              </a:prstGeom>
              <a:solidFill>
                <a:srgbClr val="7FCBED"/>
              </a:solidFill>
              <a:ln w="25400" cap="flat" cmpd="sng">
                <a:solidFill>
                  <a:srgbClr val="FFFFFF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45703" tIns="45703" rIns="45703" bIns="45703" anchor="ctr" anchorCtr="0">
                <a:noAutofit/>
              </a:bodyPr>
              <a:lstStyle/>
              <a:p>
                <a:pPr>
                  <a:buClr>
                    <a:srgbClr val="FFFFFF"/>
                  </a:buClr>
                  <a:buSzPts val="1600"/>
                </a:pPr>
                <a:endParaRPr sz="112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3"/>
              <p:cNvSpPr txBox="1"/>
              <p:nvPr/>
            </p:nvSpPr>
            <p:spPr>
              <a:xfrm>
                <a:off x="-2" y="-2"/>
                <a:ext cx="2230647" cy="3774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3" tIns="45703" rIns="45703" bIns="4570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600"/>
                </a:pPr>
                <a:r>
                  <a:rPr lang="en-US" sz="11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SUBJECTIVE</a:t>
                </a:r>
                <a:endParaRPr sz="1266"/>
              </a:p>
            </p:txBody>
          </p:sp>
        </p:grpSp>
        <p:sp>
          <p:nvSpPr>
            <p:cNvPr id="103" name="Google Shape;103;p3"/>
            <p:cNvSpPr/>
            <p:nvPr/>
          </p:nvSpPr>
          <p:spPr>
            <a:xfrm>
              <a:off x="3625376" y="2788295"/>
              <a:ext cx="278252" cy="11153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25400" cap="flat" cmpd="sng">
              <a:solidFill>
                <a:srgbClr val="28709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5E6A71"/>
                </a:buClr>
                <a:buSzPts val="2400"/>
              </a:pPr>
              <a:endParaRPr sz="1687">
                <a:solidFill>
                  <a:srgbClr val="5E6A7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" name="Google Shape;104;p3"/>
            <p:cNvGrpSpPr/>
            <p:nvPr/>
          </p:nvGrpSpPr>
          <p:grpSpPr>
            <a:xfrm>
              <a:off x="-3" y="5018943"/>
              <a:ext cx="2230648" cy="1115328"/>
              <a:chOff x="-2" y="-2"/>
              <a:chExt cx="2230647" cy="1115326"/>
            </a:xfrm>
          </p:grpSpPr>
          <p:sp>
            <p:nvSpPr>
              <p:cNvPr id="105" name="Google Shape;105;p3"/>
              <p:cNvSpPr/>
              <p:nvPr/>
            </p:nvSpPr>
            <p:spPr>
              <a:xfrm>
                <a:off x="-2" y="-2"/>
                <a:ext cx="2230647" cy="1115326"/>
              </a:xfrm>
              <a:prstGeom prst="rect">
                <a:avLst/>
              </a:prstGeom>
              <a:solidFill>
                <a:srgbClr val="7FCBED"/>
              </a:solidFill>
              <a:ln w="25400" cap="flat" cmpd="sng">
                <a:solidFill>
                  <a:srgbClr val="FFFFFF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45703" tIns="45703" rIns="45703" bIns="45703" anchor="ctr" anchorCtr="0">
                <a:noAutofit/>
              </a:bodyPr>
              <a:lstStyle/>
              <a:p>
                <a:pPr>
                  <a:buClr>
                    <a:srgbClr val="FFFFFF"/>
                  </a:buClr>
                  <a:buSzPts val="1600"/>
                </a:pPr>
                <a:endParaRPr sz="112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3"/>
              <p:cNvSpPr txBox="1"/>
              <p:nvPr/>
            </p:nvSpPr>
            <p:spPr>
              <a:xfrm>
                <a:off x="-2" y="-2"/>
                <a:ext cx="2230647" cy="3774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3" tIns="45703" rIns="45703" bIns="4570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600"/>
                </a:pPr>
                <a:r>
                  <a:rPr lang="en-US" sz="11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Open questions</a:t>
                </a:r>
                <a:endParaRPr sz="1266"/>
              </a:p>
            </p:txBody>
          </p:sp>
        </p:grpSp>
        <p:sp>
          <p:nvSpPr>
            <p:cNvPr id="107" name="Google Shape;107;p3"/>
            <p:cNvSpPr/>
            <p:nvPr/>
          </p:nvSpPr>
          <p:spPr>
            <a:xfrm>
              <a:off x="2231224" y="4461323"/>
              <a:ext cx="278251" cy="11153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25400" cap="flat" cmpd="sng">
              <a:solidFill>
                <a:srgbClr val="28709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5E6A71"/>
                </a:buClr>
                <a:buSzPts val="2400"/>
              </a:pPr>
              <a:endParaRPr sz="1687">
                <a:solidFill>
                  <a:srgbClr val="5E6A7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" name="Google Shape;108;p3"/>
            <p:cNvGrpSpPr/>
            <p:nvPr/>
          </p:nvGrpSpPr>
          <p:grpSpPr>
            <a:xfrm>
              <a:off x="6970758" y="1672979"/>
              <a:ext cx="2230649" cy="1115327"/>
              <a:chOff x="-2" y="-2"/>
              <a:chExt cx="2230647" cy="1115326"/>
            </a:xfrm>
          </p:grpSpPr>
          <p:sp>
            <p:nvSpPr>
              <p:cNvPr id="109" name="Google Shape;109;p3"/>
              <p:cNvSpPr/>
              <p:nvPr/>
            </p:nvSpPr>
            <p:spPr>
              <a:xfrm>
                <a:off x="-2" y="-2"/>
                <a:ext cx="2230647" cy="1115326"/>
              </a:xfrm>
              <a:prstGeom prst="rect">
                <a:avLst/>
              </a:prstGeom>
              <a:solidFill>
                <a:srgbClr val="7FCBED"/>
              </a:solidFill>
              <a:ln w="25400" cap="flat" cmpd="sng">
                <a:solidFill>
                  <a:srgbClr val="FFFFFF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45703" tIns="45703" rIns="45703" bIns="45703" anchor="ctr" anchorCtr="0">
                <a:noAutofit/>
              </a:bodyPr>
              <a:lstStyle/>
              <a:p>
                <a:pPr>
                  <a:buClr>
                    <a:srgbClr val="FFFFFF"/>
                  </a:buClr>
                  <a:buSzPts val="1600"/>
                </a:pPr>
                <a:endParaRPr sz="112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3"/>
              <p:cNvSpPr txBox="1"/>
              <p:nvPr/>
            </p:nvSpPr>
            <p:spPr>
              <a:xfrm>
                <a:off x="-2" y="-2"/>
                <a:ext cx="2230647" cy="6237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3" tIns="45703" rIns="45703" bIns="45703" anchor="t" anchorCtr="0">
                <a:spAutoFit/>
              </a:bodyPr>
              <a:lstStyle/>
              <a:p>
                <a:pPr>
                  <a:buClr>
                    <a:srgbClr val="E6371A"/>
                  </a:buClr>
                  <a:buSzPts val="1600"/>
                </a:pPr>
                <a:r>
                  <a:rPr lang="en-US" sz="1125">
                    <a:solidFill>
                      <a:srgbClr val="E637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QUANTITATIVE </a:t>
                </a:r>
                <a:endParaRPr sz="1687" b="1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>
                  <a:buClr>
                    <a:srgbClr val="E6371A"/>
                  </a:buClr>
                  <a:buSzPts val="1600"/>
                </a:pPr>
                <a:r>
                  <a:rPr lang="en-US" sz="1125">
                    <a:solidFill>
                      <a:srgbClr val="E637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</a:t>
                </a:r>
                <a:endParaRPr sz="1266"/>
              </a:p>
            </p:txBody>
          </p:sp>
        </p:grpSp>
        <p:sp>
          <p:nvSpPr>
            <p:cNvPr id="111" name="Google Shape;111;p3"/>
            <p:cNvSpPr/>
            <p:nvPr/>
          </p:nvSpPr>
          <p:spPr>
            <a:xfrm>
              <a:off x="5994855" y="1115268"/>
              <a:ext cx="2091230" cy="55767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0800"/>
                  </a:lnTo>
                  <a:lnTo>
                    <a:pt x="21600" y="10800"/>
                  </a:lnTo>
                  <a:lnTo>
                    <a:pt x="21600" y="21600"/>
                  </a:lnTo>
                </a:path>
              </a:pathLst>
            </a:custGeom>
            <a:noFill/>
            <a:ln w="25400" cap="flat" cmpd="sng">
              <a:solidFill>
                <a:srgbClr val="23627E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5E6A71"/>
                </a:buClr>
                <a:buSzPts val="2400"/>
              </a:pPr>
              <a:endParaRPr sz="1687">
                <a:solidFill>
                  <a:srgbClr val="5E6A7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" name="Google Shape;112;p3"/>
            <p:cNvGrpSpPr/>
            <p:nvPr/>
          </p:nvGrpSpPr>
          <p:grpSpPr>
            <a:xfrm>
              <a:off x="5576606" y="3345962"/>
              <a:ext cx="2230648" cy="1115327"/>
              <a:chOff x="-2" y="-2"/>
              <a:chExt cx="2230647" cy="1115326"/>
            </a:xfrm>
          </p:grpSpPr>
          <p:sp>
            <p:nvSpPr>
              <p:cNvPr id="113" name="Google Shape;113;p3"/>
              <p:cNvSpPr/>
              <p:nvPr/>
            </p:nvSpPr>
            <p:spPr>
              <a:xfrm>
                <a:off x="-2" y="-2"/>
                <a:ext cx="2230647" cy="1115326"/>
              </a:xfrm>
              <a:prstGeom prst="rect">
                <a:avLst/>
              </a:prstGeom>
              <a:solidFill>
                <a:srgbClr val="7FCBED"/>
              </a:solidFill>
              <a:ln w="25400" cap="flat" cmpd="sng">
                <a:solidFill>
                  <a:srgbClr val="FFFFFF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45703" tIns="45703" rIns="45703" bIns="45703" anchor="ctr" anchorCtr="0">
                <a:noAutofit/>
              </a:bodyPr>
              <a:lstStyle/>
              <a:p>
                <a:pPr>
                  <a:buClr>
                    <a:srgbClr val="FFFFFF"/>
                  </a:buClr>
                  <a:buSzPts val="1600"/>
                </a:pPr>
                <a:endParaRPr sz="112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3"/>
              <p:cNvSpPr txBox="1"/>
              <p:nvPr/>
            </p:nvSpPr>
            <p:spPr>
              <a:xfrm>
                <a:off x="-2" y="-2"/>
                <a:ext cx="2230647" cy="3774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3" tIns="45703" rIns="45703" bIns="4570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600"/>
                </a:pPr>
                <a:r>
                  <a:rPr lang="en-US" sz="11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SUBJECTIVE</a:t>
                </a:r>
                <a:endParaRPr sz="1266"/>
              </a:p>
            </p:txBody>
          </p:sp>
        </p:grpSp>
        <p:sp>
          <p:nvSpPr>
            <p:cNvPr id="115" name="Google Shape;115;p3"/>
            <p:cNvSpPr/>
            <p:nvPr/>
          </p:nvSpPr>
          <p:spPr>
            <a:xfrm>
              <a:off x="7807252" y="2788295"/>
              <a:ext cx="278832" cy="11153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25400" cap="flat" cmpd="sng">
              <a:solidFill>
                <a:srgbClr val="28709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5E6A71"/>
                </a:buClr>
                <a:buSzPts val="2400"/>
              </a:pPr>
              <a:endParaRPr sz="1687">
                <a:solidFill>
                  <a:srgbClr val="5E6A7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" name="Google Shape;116;p3"/>
            <p:cNvGrpSpPr/>
            <p:nvPr/>
          </p:nvGrpSpPr>
          <p:grpSpPr>
            <a:xfrm>
              <a:off x="4182454" y="5018943"/>
              <a:ext cx="2230648" cy="1115328"/>
              <a:chOff x="-2" y="-2"/>
              <a:chExt cx="2230647" cy="1115326"/>
            </a:xfrm>
          </p:grpSpPr>
          <p:sp>
            <p:nvSpPr>
              <p:cNvPr id="117" name="Google Shape;117;p3"/>
              <p:cNvSpPr/>
              <p:nvPr/>
            </p:nvSpPr>
            <p:spPr>
              <a:xfrm>
                <a:off x="-2" y="-2"/>
                <a:ext cx="2230647" cy="1115326"/>
              </a:xfrm>
              <a:prstGeom prst="rect">
                <a:avLst/>
              </a:prstGeom>
              <a:solidFill>
                <a:srgbClr val="7FCBED"/>
              </a:solidFill>
              <a:ln w="25400" cap="flat" cmpd="sng">
                <a:solidFill>
                  <a:srgbClr val="FFFFFF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45703" tIns="45703" rIns="45703" bIns="45703" anchor="ctr" anchorCtr="0">
                <a:noAutofit/>
              </a:bodyPr>
              <a:lstStyle/>
              <a:p>
                <a:pPr>
                  <a:buClr>
                    <a:srgbClr val="FFFFFF"/>
                  </a:buClr>
                  <a:buSzPts val="1600"/>
                </a:pPr>
                <a:endParaRPr sz="112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3"/>
              <p:cNvSpPr txBox="1"/>
              <p:nvPr/>
            </p:nvSpPr>
            <p:spPr>
              <a:xfrm>
                <a:off x="-2" y="-2"/>
                <a:ext cx="2230647" cy="6237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3" tIns="45703" rIns="45703" bIns="4570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600"/>
                </a:pPr>
                <a:r>
                  <a:rPr lang="en-US" sz="11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Questionnaires, Likert scales, surveys</a:t>
                </a:r>
                <a:endParaRPr sz="1266"/>
              </a:p>
            </p:txBody>
          </p:sp>
        </p:grpSp>
        <p:sp>
          <p:nvSpPr>
            <p:cNvPr id="119" name="Google Shape;119;p3"/>
            <p:cNvSpPr/>
            <p:nvPr/>
          </p:nvSpPr>
          <p:spPr>
            <a:xfrm>
              <a:off x="6413100" y="4461323"/>
              <a:ext cx="278832" cy="11153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25400" cap="flat" cmpd="sng">
              <a:solidFill>
                <a:srgbClr val="28709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5E6A71"/>
                </a:buClr>
                <a:buSzPts val="2400"/>
              </a:pPr>
              <a:endParaRPr sz="1687">
                <a:solidFill>
                  <a:srgbClr val="5E6A7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0" name="Google Shape;120;p3"/>
            <p:cNvGrpSpPr/>
            <p:nvPr/>
          </p:nvGrpSpPr>
          <p:grpSpPr>
            <a:xfrm>
              <a:off x="9759061" y="3345962"/>
              <a:ext cx="2230648" cy="1115327"/>
              <a:chOff x="-2" y="-2"/>
              <a:chExt cx="2230647" cy="1115326"/>
            </a:xfrm>
          </p:grpSpPr>
          <p:sp>
            <p:nvSpPr>
              <p:cNvPr id="121" name="Google Shape;121;p3"/>
              <p:cNvSpPr/>
              <p:nvPr/>
            </p:nvSpPr>
            <p:spPr>
              <a:xfrm>
                <a:off x="-2" y="-2"/>
                <a:ext cx="2230647" cy="1115326"/>
              </a:xfrm>
              <a:prstGeom prst="rect">
                <a:avLst/>
              </a:prstGeom>
              <a:solidFill>
                <a:srgbClr val="7FCBED"/>
              </a:solidFill>
              <a:ln w="25400" cap="flat" cmpd="sng">
                <a:solidFill>
                  <a:srgbClr val="FFFFFF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45703" tIns="45703" rIns="45703" bIns="45703" anchor="ctr" anchorCtr="0">
                <a:noAutofit/>
              </a:bodyPr>
              <a:lstStyle/>
              <a:p>
                <a:pPr>
                  <a:buClr>
                    <a:srgbClr val="FFFFFF"/>
                  </a:buClr>
                  <a:buSzPts val="1600"/>
                </a:pPr>
                <a:endParaRPr sz="112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3"/>
              <p:cNvSpPr txBox="1"/>
              <p:nvPr/>
            </p:nvSpPr>
            <p:spPr>
              <a:xfrm>
                <a:off x="-2" y="-2"/>
                <a:ext cx="2230647" cy="3774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3" tIns="45703" rIns="45703" bIns="4570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600"/>
                </a:pPr>
                <a:r>
                  <a:rPr lang="en-US" sz="11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OBJECTIVE</a:t>
                </a:r>
                <a:endParaRPr sz="1266"/>
              </a:p>
            </p:txBody>
          </p:sp>
        </p:grpSp>
        <p:sp>
          <p:nvSpPr>
            <p:cNvPr id="123" name="Google Shape;123;p3"/>
            <p:cNvSpPr/>
            <p:nvPr/>
          </p:nvSpPr>
          <p:spPr>
            <a:xfrm>
              <a:off x="8086082" y="2788295"/>
              <a:ext cx="1672404" cy="11153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25400" cap="flat" cmpd="sng">
              <a:solidFill>
                <a:srgbClr val="28709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5E6A71"/>
                </a:buClr>
                <a:buSzPts val="2400"/>
              </a:pPr>
              <a:endParaRPr sz="1687">
                <a:solidFill>
                  <a:srgbClr val="5E6A7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4" name="Google Shape;124;p3"/>
            <p:cNvGrpSpPr/>
            <p:nvPr/>
          </p:nvGrpSpPr>
          <p:grpSpPr>
            <a:xfrm>
              <a:off x="8364910" y="5018943"/>
              <a:ext cx="2230649" cy="1115328"/>
              <a:chOff x="-2" y="-2"/>
              <a:chExt cx="2230647" cy="1115326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-2" y="-2"/>
                <a:ext cx="2230647" cy="1115326"/>
              </a:xfrm>
              <a:prstGeom prst="rect">
                <a:avLst/>
              </a:prstGeom>
              <a:solidFill>
                <a:srgbClr val="7FCBED"/>
              </a:solidFill>
              <a:ln w="25400" cap="flat" cmpd="sng">
                <a:solidFill>
                  <a:srgbClr val="FFFFFF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45703" tIns="45703" rIns="45703" bIns="45703" anchor="ctr" anchorCtr="0">
                <a:noAutofit/>
              </a:bodyPr>
              <a:lstStyle/>
              <a:p>
                <a:pPr>
                  <a:buClr>
                    <a:srgbClr val="FFFFFF"/>
                  </a:buClr>
                  <a:buSzPts val="1600"/>
                </a:pPr>
                <a:endParaRPr sz="112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3"/>
              <p:cNvSpPr txBox="1"/>
              <p:nvPr/>
            </p:nvSpPr>
            <p:spPr>
              <a:xfrm>
                <a:off x="-2" y="-2"/>
                <a:ext cx="2230647" cy="6237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3" tIns="45703" rIns="45703" bIns="45703" anchor="t" anchorCtr="0">
                <a:spAutoFit/>
              </a:bodyPr>
              <a:lstStyle/>
              <a:p>
                <a:pPr>
                  <a:buClr>
                    <a:srgbClr val="000000"/>
                  </a:buClr>
                  <a:buSzPts val="1600"/>
                </a:pPr>
                <a:r>
                  <a:rPr lang="en-US" sz="11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Metrics, e.g. Time, number of clicks etc.</a:t>
                </a:r>
                <a:endParaRPr sz="1266"/>
              </a:p>
            </p:txBody>
          </p:sp>
        </p:grpSp>
        <p:sp>
          <p:nvSpPr>
            <p:cNvPr id="127" name="Google Shape;127;p3"/>
            <p:cNvSpPr/>
            <p:nvPr/>
          </p:nvSpPr>
          <p:spPr>
            <a:xfrm>
              <a:off x="10595556" y="4461323"/>
              <a:ext cx="278833" cy="11153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25400" cap="flat" cmpd="sng">
              <a:solidFill>
                <a:srgbClr val="28709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5E6A71"/>
                </a:buClr>
                <a:buSzPts val="2400"/>
              </a:pPr>
              <a:endParaRPr sz="1687">
                <a:solidFill>
                  <a:srgbClr val="5E6A7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3"/>
          <p:cNvGrpSpPr/>
          <p:nvPr/>
        </p:nvGrpSpPr>
        <p:grpSpPr>
          <a:xfrm>
            <a:off x="3337927" y="2253691"/>
            <a:ext cx="1329577" cy="429664"/>
            <a:chOff x="38" y="-7"/>
            <a:chExt cx="1890953" cy="611077"/>
          </a:xfrm>
        </p:grpSpPr>
        <p:sp>
          <p:nvSpPr>
            <p:cNvPr id="129" name="Google Shape;129;p3"/>
            <p:cNvSpPr/>
            <p:nvPr/>
          </p:nvSpPr>
          <p:spPr>
            <a:xfrm>
              <a:off x="38" y="-7"/>
              <a:ext cx="1890953" cy="611077"/>
            </a:xfrm>
            <a:custGeom>
              <a:avLst/>
              <a:gdLst/>
              <a:ahLst/>
              <a:cxnLst/>
              <a:rect l="l" t="t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solidFill>
              <a:srgbClr val="FF4040"/>
            </a:solidFill>
            <a:ln w="12700" cap="flat" cmpd="sng">
              <a:solidFill>
                <a:srgbClr val="FF0000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FFFFFF"/>
                </a:buClr>
                <a:buSzPts val="2400"/>
              </a:pPr>
              <a:endParaRPr sz="168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96015" y="31071"/>
              <a:ext cx="1732713" cy="51881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FFFFFF"/>
                </a:buClr>
                <a:buSzPts val="2400"/>
              </a:pPr>
              <a:endParaRPr sz="168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347154" y="50853"/>
              <a:ext cx="1233589" cy="500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3" tIns="45703" rIns="45703" bIns="45703" anchor="t" anchorCtr="0">
              <a:spAutoFit/>
            </a:bodyPr>
            <a:lstStyle/>
            <a:p>
              <a:pPr>
                <a:buClr>
                  <a:srgbClr val="FFFFFF"/>
                </a:buClr>
                <a:buSzPts val="2400"/>
              </a:pPr>
              <a:r>
                <a:rPr lang="en-US" sz="16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words</a:t>
              </a:r>
              <a:endParaRPr sz="1266"/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7602647" y="2253691"/>
            <a:ext cx="1767260" cy="429664"/>
            <a:chOff x="52" y="-7"/>
            <a:chExt cx="2513434" cy="611077"/>
          </a:xfrm>
        </p:grpSpPr>
        <p:sp>
          <p:nvSpPr>
            <p:cNvPr id="133" name="Google Shape;133;p3"/>
            <p:cNvSpPr/>
            <p:nvPr/>
          </p:nvSpPr>
          <p:spPr>
            <a:xfrm>
              <a:off x="52" y="-7"/>
              <a:ext cx="2513434" cy="611077"/>
            </a:xfrm>
            <a:custGeom>
              <a:avLst/>
              <a:gdLst/>
              <a:ahLst/>
              <a:cxnLst/>
              <a:rect l="l" t="t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solidFill>
              <a:srgbClr val="FF4040"/>
            </a:solidFill>
            <a:ln w="12700" cap="flat" cmpd="sng">
              <a:solidFill>
                <a:srgbClr val="FF0000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FFFFFF"/>
                </a:buClr>
                <a:buSzPts val="2400"/>
              </a:pPr>
              <a:endParaRPr sz="168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27623" y="31071"/>
              <a:ext cx="2303103" cy="51881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FFFFFF"/>
                </a:buClr>
                <a:buSzPts val="2400"/>
              </a:pPr>
              <a:endParaRPr sz="168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460761" y="50854"/>
              <a:ext cx="1639674" cy="500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3" tIns="45703" rIns="45703" bIns="45703" anchor="t" anchorCtr="0">
              <a:spAutoFit/>
            </a:bodyPr>
            <a:lstStyle/>
            <a:p>
              <a:pPr>
                <a:buClr>
                  <a:srgbClr val="FFFFFF"/>
                </a:buClr>
                <a:buSzPts val="2400"/>
              </a:pPr>
              <a:r>
                <a:rPr lang="en-US" sz="16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numbers</a:t>
              </a:r>
              <a:endParaRPr sz="1266"/>
            </a:p>
          </p:txBody>
        </p:sp>
      </p:grpSp>
      <p:grpSp>
        <p:nvGrpSpPr>
          <p:cNvPr id="136" name="Google Shape;136;p3"/>
          <p:cNvGrpSpPr/>
          <p:nvPr/>
        </p:nvGrpSpPr>
        <p:grpSpPr>
          <a:xfrm>
            <a:off x="9788305" y="2887397"/>
            <a:ext cx="1783778" cy="1045075"/>
            <a:chOff x="53" y="-16"/>
            <a:chExt cx="2536927" cy="1486328"/>
          </a:xfrm>
        </p:grpSpPr>
        <p:sp>
          <p:nvSpPr>
            <p:cNvPr id="137" name="Google Shape;137;p3"/>
            <p:cNvSpPr/>
            <p:nvPr/>
          </p:nvSpPr>
          <p:spPr>
            <a:xfrm>
              <a:off x="53" y="-16"/>
              <a:ext cx="2536927" cy="1486328"/>
            </a:xfrm>
            <a:custGeom>
              <a:avLst/>
              <a:gdLst/>
              <a:ahLst/>
              <a:cxnLst/>
              <a:rect l="l" t="t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gradFill>
              <a:gsLst>
                <a:gs pos="0">
                  <a:srgbClr val="1B83B0"/>
                </a:gs>
                <a:gs pos="100000">
                  <a:srgbClr val="9CCFF6"/>
                </a:gs>
              </a:gsLst>
              <a:lin ang="16200000" scaled="0"/>
            </a:gradFill>
            <a:ln w="12700" cap="flat" cmpd="sng">
              <a:solidFill>
                <a:srgbClr val="287A9E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000090"/>
                </a:buClr>
                <a:buSzPts val="1800"/>
              </a:pPr>
              <a:endParaRPr sz="1266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128816" y="75575"/>
              <a:ext cx="2324629" cy="126191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2700" cap="flat" cmpd="sng">
              <a:solidFill>
                <a:srgbClr val="287A9E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000090"/>
                </a:buClr>
                <a:buSzPts val="1800"/>
              </a:pPr>
              <a:endParaRPr sz="1266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465176" y="244627"/>
              <a:ext cx="1654998" cy="685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3" tIns="45703" rIns="45703" bIns="45703" anchor="t" anchorCtr="0">
              <a:spAutoFit/>
            </a:bodyPr>
            <a:lstStyle/>
            <a:p>
              <a:pPr>
                <a:buClr>
                  <a:srgbClr val="000090"/>
                </a:buClr>
                <a:buSzPts val="1800"/>
              </a:pPr>
              <a:r>
                <a:rPr lang="en-US" sz="1266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measured by the researcher</a:t>
              </a:r>
              <a:endParaRPr sz="1266"/>
            </a:p>
          </p:txBody>
        </p:sp>
      </p:grpSp>
      <p:grpSp>
        <p:nvGrpSpPr>
          <p:cNvPr id="140" name="Google Shape;140;p3"/>
          <p:cNvGrpSpPr/>
          <p:nvPr/>
        </p:nvGrpSpPr>
        <p:grpSpPr>
          <a:xfrm>
            <a:off x="1941532" y="3095496"/>
            <a:ext cx="1792036" cy="892375"/>
            <a:chOff x="54" y="-14"/>
            <a:chExt cx="2548672" cy="1269153"/>
          </a:xfrm>
        </p:grpSpPr>
        <p:sp>
          <p:nvSpPr>
            <p:cNvPr id="141" name="Google Shape;141;p3"/>
            <p:cNvSpPr/>
            <p:nvPr/>
          </p:nvSpPr>
          <p:spPr>
            <a:xfrm>
              <a:off x="54" y="-14"/>
              <a:ext cx="2548672" cy="1269153"/>
            </a:xfrm>
            <a:custGeom>
              <a:avLst/>
              <a:gdLst/>
              <a:ahLst/>
              <a:cxnLst/>
              <a:rect l="l" t="t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gradFill>
              <a:gsLst>
                <a:gs pos="0">
                  <a:srgbClr val="1B83B0"/>
                </a:gs>
                <a:gs pos="100000">
                  <a:srgbClr val="9CCFF6"/>
                </a:gs>
              </a:gsLst>
              <a:lin ang="16200000" scaled="0"/>
            </a:gradFill>
            <a:ln w="12700" cap="flat" cmpd="sng">
              <a:solidFill>
                <a:srgbClr val="287A9E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000090"/>
                </a:buClr>
                <a:buSzPts val="1800"/>
              </a:pPr>
              <a:endParaRPr sz="1266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29412" y="64533"/>
              <a:ext cx="2335393" cy="107753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2700" cap="flat" cmpd="sng">
              <a:solidFill>
                <a:srgbClr val="287A9E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000090"/>
                </a:buClr>
                <a:buSzPts val="1800"/>
              </a:pPr>
              <a:endParaRPr sz="1266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467386" y="104509"/>
              <a:ext cx="1662662" cy="6853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3" tIns="45703" rIns="45703" bIns="45703" anchor="t" anchorCtr="0">
              <a:spAutoFit/>
            </a:bodyPr>
            <a:lstStyle/>
            <a:p>
              <a:pPr>
                <a:buClr>
                  <a:srgbClr val="000090"/>
                </a:buClr>
                <a:buSzPts val="1800"/>
              </a:pPr>
              <a:r>
                <a:rPr lang="en-US" sz="1266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what the user’s thinking</a:t>
              </a:r>
              <a:endParaRPr sz="1266"/>
            </a:p>
          </p:txBody>
        </p:sp>
      </p:grpSp>
      <p:grpSp>
        <p:nvGrpSpPr>
          <p:cNvPr id="144" name="Google Shape;144;p3"/>
          <p:cNvGrpSpPr/>
          <p:nvPr/>
        </p:nvGrpSpPr>
        <p:grpSpPr>
          <a:xfrm>
            <a:off x="4868457" y="3095496"/>
            <a:ext cx="1792036" cy="892375"/>
            <a:chOff x="54" y="-14"/>
            <a:chExt cx="2548672" cy="1269153"/>
          </a:xfrm>
        </p:grpSpPr>
        <p:sp>
          <p:nvSpPr>
            <p:cNvPr id="145" name="Google Shape;145;p3"/>
            <p:cNvSpPr/>
            <p:nvPr/>
          </p:nvSpPr>
          <p:spPr>
            <a:xfrm>
              <a:off x="54" y="-14"/>
              <a:ext cx="2548672" cy="1269153"/>
            </a:xfrm>
            <a:custGeom>
              <a:avLst/>
              <a:gdLst/>
              <a:ahLst/>
              <a:cxnLst/>
              <a:rect l="l" t="t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gradFill>
              <a:gsLst>
                <a:gs pos="0">
                  <a:srgbClr val="1B83B0"/>
                </a:gs>
                <a:gs pos="100000">
                  <a:srgbClr val="9CCFF6"/>
                </a:gs>
              </a:gsLst>
              <a:lin ang="16200000" scaled="0"/>
            </a:gradFill>
            <a:ln w="12700" cap="flat" cmpd="sng">
              <a:solidFill>
                <a:srgbClr val="287A9E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000090"/>
                </a:buClr>
                <a:buSzPts val="1800"/>
              </a:pPr>
              <a:endParaRPr sz="1266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29412" y="64533"/>
              <a:ext cx="2335393" cy="107753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2700" cap="flat" cmpd="sng">
              <a:solidFill>
                <a:srgbClr val="287A9E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45703" tIns="45703" rIns="45703" bIns="45703" anchor="ctr" anchorCtr="0">
              <a:noAutofit/>
            </a:bodyPr>
            <a:lstStyle/>
            <a:p>
              <a:pPr>
                <a:buClr>
                  <a:srgbClr val="000090"/>
                </a:buClr>
                <a:buSzPts val="1800"/>
              </a:pPr>
              <a:endParaRPr sz="1266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"/>
            <p:cNvSpPr txBox="1"/>
            <p:nvPr/>
          </p:nvSpPr>
          <p:spPr>
            <a:xfrm>
              <a:off x="750324" y="104509"/>
              <a:ext cx="1662661" cy="6853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3" tIns="45703" rIns="45703" bIns="45703" anchor="t" anchorCtr="0">
              <a:spAutoFit/>
            </a:bodyPr>
            <a:lstStyle/>
            <a:p>
              <a:pPr>
                <a:buClr>
                  <a:srgbClr val="000090"/>
                </a:buClr>
                <a:buSzPts val="1800"/>
              </a:pPr>
              <a:r>
                <a:rPr lang="en-US" sz="1266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what the user’s thinking</a:t>
              </a:r>
              <a:endParaRPr sz="1266"/>
            </a:p>
          </p:txBody>
        </p:sp>
      </p:grpSp>
      <p:cxnSp>
        <p:nvCxnSpPr>
          <p:cNvPr id="150" name="Google Shape;150;p3"/>
          <p:cNvCxnSpPr/>
          <p:nvPr/>
        </p:nvCxnSpPr>
        <p:spPr>
          <a:xfrm>
            <a:off x="4951483" y="5700966"/>
            <a:ext cx="892969" cy="892970"/>
          </a:xfrm>
          <a:prstGeom prst="straightConnector1">
            <a:avLst/>
          </a:prstGeom>
          <a:noFill/>
          <a:ln>
            <a:noFill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0E94-9868-6D8F-7E54-20F96ECD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D4EC6-537F-0CDD-28D0-86C1A02AD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Determine</a:t>
            </a:r>
            <a:r>
              <a:rPr lang="en-GB" dirty="0"/>
              <a:t> the </a:t>
            </a:r>
            <a:r>
              <a:rPr lang="en-GB" i="1" dirty="0">
                <a:solidFill>
                  <a:schemeClr val="accent1"/>
                </a:solidFill>
              </a:rPr>
              <a:t>goal(s)</a:t>
            </a:r>
            <a:r>
              <a:rPr lang="en-GB" dirty="0"/>
              <a:t>of the user study and the </a:t>
            </a:r>
            <a:r>
              <a:rPr lang="en-GB" i="1" dirty="0">
                <a:solidFill>
                  <a:schemeClr val="accent1"/>
                </a:solidFill>
              </a:rPr>
              <a:t>hypothesis</a:t>
            </a:r>
            <a:r>
              <a:rPr lang="en-GB" dirty="0"/>
              <a:t> being tested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Design</a:t>
            </a:r>
            <a:r>
              <a:rPr lang="en-GB" dirty="0"/>
              <a:t> the </a:t>
            </a:r>
            <a:r>
              <a:rPr lang="en-GB" i="1" dirty="0">
                <a:solidFill>
                  <a:schemeClr val="accent1"/>
                </a:solidFill>
              </a:rPr>
              <a:t>experiment(s)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Run</a:t>
            </a:r>
            <a:r>
              <a:rPr lang="en-GB" dirty="0"/>
              <a:t> the </a:t>
            </a:r>
            <a:r>
              <a:rPr lang="en-GB" i="1" dirty="0">
                <a:solidFill>
                  <a:schemeClr val="accent1"/>
                </a:solidFill>
              </a:rPr>
              <a:t>study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Analyse</a:t>
            </a:r>
            <a:r>
              <a:rPr lang="en-GB" dirty="0"/>
              <a:t> measured </a:t>
            </a:r>
            <a:r>
              <a:rPr lang="en-GB" i="1" dirty="0">
                <a:solidFill>
                  <a:schemeClr val="accent1"/>
                </a:solidFill>
              </a:rPr>
              <a:t>data</a:t>
            </a:r>
            <a:r>
              <a:rPr lang="en-GB" dirty="0"/>
              <a:t> and questionnaires using </a:t>
            </a:r>
            <a:r>
              <a:rPr lang="en-GB" i="1" dirty="0">
                <a:solidFill>
                  <a:schemeClr val="accent1"/>
                </a:solidFill>
              </a:rPr>
              <a:t>statistical tests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/>
              <a:t>Summarise and </a:t>
            </a:r>
            <a:r>
              <a:rPr lang="en-GB" b="1" dirty="0">
                <a:solidFill>
                  <a:srgbClr val="C00000"/>
                </a:solidFill>
              </a:rPr>
              <a:t>present</a:t>
            </a:r>
            <a:r>
              <a:rPr lang="en-GB" dirty="0"/>
              <a:t> the </a:t>
            </a:r>
            <a:r>
              <a:rPr lang="en-GB" i="1" dirty="0">
                <a:solidFill>
                  <a:schemeClr val="accent1"/>
                </a:solidFill>
              </a:rPr>
              <a:t>result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454709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3F33-E214-7A3F-D04E-6925A33DB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the study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8B793-D715-F0E5-1100-03980CA0A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22321"/>
            <a:ext cx="10515600" cy="4351338"/>
          </a:xfrm>
        </p:spPr>
        <p:txBody>
          <a:bodyPr/>
          <a:lstStyle/>
          <a:p>
            <a:pPr lvl="1"/>
            <a:r>
              <a:rPr lang="en-US" dirty="0"/>
              <a:t>Find out what you want to </a:t>
            </a:r>
            <a:r>
              <a:rPr lang="en-US" dirty="0">
                <a:solidFill>
                  <a:srgbClr val="C00000"/>
                </a:solidFill>
              </a:rPr>
              <a:t>evaluate/test</a:t>
            </a:r>
          </a:p>
          <a:p>
            <a:pPr marL="457200" lvl="1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Formulate specific, testable </a:t>
            </a:r>
            <a:r>
              <a:rPr lang="en-US" dirty="0">
                <a:solidFill>
                  <a:schemeClr val="accent1"/>
                </a:solidFill>
              </a:rPr>
              <a:t>hypothesis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146134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DD792-080B-EC30-51B8-1DB8BECC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B1730-BBAB-2038-DD9F-3411582EB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accent1"/>
                </a:solidFill>
              </a:rPr>
              <a:t>statement</a:t>
            </a:r>
            <a:r>
              <a:rPr lang="en-US" dirty="0"/>
              <a:t> of fact that you are going to try to </a:t>
            </a:r>
            <a:r>
              <a:rPr lang="en-US" dirty="0">
                <a:solidFill>
                  <a:srgbClr val="C00000"/>
                </a:solidFill>
              </a:rPr>
              <a:t>prove/disprove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An </a:t>
            </a:r>
            <a:r>
              <a:rPr lang="en-US" dirty="0">
                <a:solidFill>
                  <a:schemeClr val="accent1"/>
                </a:solidFill>
              </a:rPr>
              <a:t>educated guess </a:t>
            </a:r>
            <a:r>
              <a:rPr lang="en-US" dirty="0"/>
              <a:t>as to why something </a:t>
            </a:r>
            <a:r>
              <a:rPr lang="en-US" dirty="0">
                <a:solidFill>
                  <a:srgbClr val="C00000"/>
                </a:solidFill>
              </a:rPr>
              <a:t>happens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981790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439CB-A750-52EB-A444-07376F3C9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Most of the time they are written like this:</a:t>
            </a:r>
          </a:p>
          <a:p>
            <a:pPr marL="0" indent="0">
              <a:buNone/>
            </a:pPr>
            <a:r>
              <a:rPr lang="en-US" sz="2400" dirty="0"/>
              <a:t>	If ______ [I do this] ___ then ___ [this will happen]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sz="2400" dirty="0"/>
              <a:t>E.g.,</a:t>
            </a:r>
          </a:p>
          <a:p>
            <a:pPr lvl="1"/>
            <a:r>
              <a:rPr lang="en-US" dirty="0"/>
              <a:t>If I change the robot voice from male to female, then this makes the system perceived as more friendly</a:t>
            </a:r>
          </a:p>
          <a:p>
            <a:pPr lvl="1"/>
            <a:r>
              <a:rPr lang="en-US" dirty="0"/>
              <a:t>If users use voice instead of text input, then this will be more efficient for texting messages</a:t>
            </a:r>
          </a:p>
          <a:p>
            <a:pPr marL="0" indent="0">
              <a:buNone/>
            </a:pPr>
            <a:endParaRPr lang="en-A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BE38473-4CF4-8CC4-8D13-191F4CB7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Hypothesis: Examples</a:t>
            </a:r>
          </a:p>
        </p:txBody>
      </p:sp>
    </p:spTree>
    <p:extLst>
      <p:ext uri="{BB962C8B-B14F-4D97-AF65-F5344CB8AC3E}">
        <p14:creationId xmlns:p14="http://schemas.microsoft.com/office/powerpoint/2010/main" val="294601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1CCC-C260-B341-E1D5-26F6351DC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Properties: Testable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15B82-B058-84F5-C52F-53938C4E8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808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Young children can remember 1 syllable words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Our Universe is surrounded by another universe with which we have no contact</a:t>
            </a:r>
          </a:p>
          <a:p>
            <a:endParaRPr lang="en-US" dirty="0"/>
          </a:p>
          <a:p>
            <a:endParaRPr lang="en-AE" dirty="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6E18DFE8-D5FD-30B0-6DFD-5794D5D2A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11" y="1690688"/>
            <a:ext cx="1143342" cy="1121904"/>
          </a:xfrm>
          <a:prstGeom prst="rect">
            <a:avLst/>
          </a:prstGeom>
        </p:spPr>
      </p:pic>
      <p:pic>
        <p:nvPicPr>
          <p:cNvPr id="5" name="Picture 4" descr="Shape, arrow&#10;&#10;Description automatically generated">
            <a:extLst>
              <a:ext uri="{FF2B5EF4-FFF2-40B4-BE49-F238E27FC236}">
                <a16:creationId xmlns:a16="http://schemas.microsoft.com/office/drawing/2014/main" id="{783985BE-E35D-45FE-2B3D-7F8D432D4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89" y="4045409"/>
            <a:ext cx="1143342" cy="85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35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B7D2A-B000-4944-C492-D20060A37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Properties: Falsifiable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DB917-F4D8-E90E-E9C5-2AAFD9E4F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most cases, a falsifiable statement just needs one observation to disprove it</a:t>
            </a:r>
          </a:p>
          <a:p>
            <a:r>
              <a:rPr lang="en-US" dirty="0"/>
              <a:t>A statement that is not falsifiable usually needs some sort of exhaustive investigation</a:t>
            </a:r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r>
              <a:rPr lang="en-US" dirty="0"/>
              <a:t>	There is cheese on the Moon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The Moon is made entirely of cheese</a:t>
            </a:r>
            <a:endParaRPr lang="en-AE" dirty="0"/>
          </a:p>
        </p:txBody>
      </p:sp>
      <p:pic>
        <p:nvPicPr>
          <p:cNvPr id="4" name="Picture 3" descr="Shape, arrow&#10;&#10;Description automatically generated">
            <a:extLst>
              <a:ext uri="{FF2B5EF4-FFF2-40B4-BE49-F238E27FC236}">
                <a16:creationId xmlns:a16="http://schemas.microsoft.com/office/drawing/2014/main" id="{9E2B76B7-F486-8BB4-6360-F9978D4E0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02" y="3858075"/>
            <a:ext cx="1143342" cy="857507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8D210C08-E14D-21C5-3473-CF090B0EA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2" y="4850519"/>
            <a:ext cx="1143342" cy="112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47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BBB6-2C95-8611-CA15-BF75F225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 Properties: </a:t>
            </a:r>
            <a:br>
              <a:rPr lang="en-GB" dirty="0"/>
            </a:br>
            <a:r>
              <a:rPr lang="en-GB" dirty="0"/>
              <a:t>Scientific and Measurable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B4C62-AA5B-D038-3BDE-41EEFB92E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31" y="1843210"/>
            <a:ext cx="10515600" cy="4351338"/>
          </a:xfrm>
        </p:spPr>
        <p:txBody>
          <a:bodyPr/>
          <a:lstStyle/>
          <a:p>
            <a:endParaRPr lang="ro-RO" dirty="0"/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dirty="0"/>
              <a:t>Computers are better than humans</a:t>
            </a:r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dirty="0"/>
              <a:t>Some computers are better than humans at playing chess</a:t>
            </a:r>
          </a:p>
          <a:p>
            <a:endParaRPr lang="en-US" dirty="0"/>
          </a:p>
        </p:txBody>
      </p:sp>
      <p:pic>
        <p:nvPicPr>
          <p:cNvPr id="4" name="Picture 3" descr="Shape, arrow&#10;&#10;Description automatically generated">
            <a:extLst>
              <a:ext uri="{FF2B5EF4-FFF2-40B4-BE49-F238E27FC236}">
                <a16:creationId xmlns:a16="http://schemas.microsoft.com/office/drawing/2014/main" id="{6AF38DDF-A5A7-9E31-EEF9-3DC0F94EC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60" y="2179167"/>
            <a:ext cx="1143342" cy="857507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60CD9C86-6626-FA6A-FDF9-95B6364B6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60" y="3587713"/>
            <a:ext cx="1143342" cy="112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37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C970-3A13-578E-6977-94148E80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</a:t>
            </a:r>
            <a:r>
              <a:rPr lang="en-US" dirty="0" err="1"/>
              <a:t>rinciples</a:t>
            </a:r>
            <a:r>
              <a:rPr lang="en-US" dirty="0"/>
              <a:t> of experimental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148C-BD0D-D6E4-564C-030D96EAC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/>
              <a:t>1. </a:t>
            </a:r>
            <a:r>
              <a:rPr lang="en-US" dirty="0"/>
              <a:t>Replication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	* </a:t>
            </a:r>
            <a:r>
              <a:rPr lang="en-US" sz="2400" dirty="0"/>
              <a:t>Careful measurements allow you to replicate your experiments.</a:t>
            </a:r>
            <a:endParaRPr lang="ro-RO" sz="2400" dirty="0"/>
          </a:p>
          <a:p>
            <a:pPr marL="0" indent="0">
              <a:buNone/>
            </a:pPr>
            <a:r>
              <a:rPr lang="en-US" dirty="0"/>
              <a:t>2. Importance</a:t>
            </a:r>
            <a:endParaRPr lang="ro-RO" dirty="0"/>
          </a:p>
          <a:p>
            <a:pPr marL="0" indent="0">
              <a:buNone/>
            </a:pPr>
            <a:r>
              <a:rPr lang="ro-RO" sz="2400" dirty="0"/>
              <a:t>	* </a:t>
            </a:r>
            <a:r>
              <a:rPr lang="en-US" sz="2400" dirty="0"/>
              <a:t>An experiment can be replicated and controlled but not worth it if it’s not important.</a:t>
            </a:r>
            <a:endParaRPr lang="ro-RO" sz="2400" dirty="0"/>
          </a:p>
          <a:p>
            <a:pPr marL="0" indent="0">
              <a:buNone/>
            </a:pPr>
            <a:r>
              <a:rPr lang="en-US" dirty="0"/>
              <a:t>3. Control / Validity</a:t>
            </a:r>
          </a:p>
          <a:p>
            <a:pPr marL="0" indent="0">
              <a:buNone/>
            </a:pPr>
            <a:r>
              <a:rPr lang="ro-RO" sz="2400" dirty="0"/>
              <a:t>	* </a:t>
            </a:r>
            <a:r>
              <a:rPr lang="en-US" sz="2400" dirty="0"/>
              <a:t>Some variables correlate </a:t>
            </a:r>
            <a:endParaRPr lang="ro-RO" sz="2400" dirty="0"/>
          </a:p>
          <a:p>
            <a:pPr marL="0" indent="0">
              <a:buNone/>
            </a:pPr>
            <a:r>
              <a:rPr lang="en-US" sz="2400" dirty="0"/>
              <a:t>but don’t necessarily cause effects.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	</a:t>
            </a:r>
            <a:endParaRPr lang="en-US" dirty="0"/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582E37ED-C29F-AD5B-EFFA-45DA57847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722" y="4309189"/>
            <a:ext cx="6465277" cy="254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71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D16-6659-306B-16FD-008AD6E44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Experiments: Recipe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16F75-EB8F-BDFB-28C4-0B74332A6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controlled environment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scenarios and tasks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Decide about measurements of metrics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Prepare questionnaires or ways to gather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Recruit participants (5 - 1000000000)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401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1A48-24CC-0A3D-6194-A1E2696F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work with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FE5B1-8EE7-5B76-788E-D360CF0AA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4699855"/>
          </a:xfrm>
        </p:spPr>
        <p:txBody>
          <a:bodyPr>
            <a:normAutofit fontScale="70000" lnSpcReduction="20000"/>
          </a:bodyPr>
          <a:lstStyle/>
          <a:p>
            <a:pPr marL="306704" lvl="0" indent="-268584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45000"/>
              <a:buFont typeface="Helvetica Neue"/>
              <a:buChar char="•"/>
            </a:pPr>
            <a:r>
              <a:rPr lang="en-US" sz="2760" dirty="0"/>
              <a:t>Focus Groups</a:t>
            </a:r>
            <a:endParaRPr lang="en-US" dirty="0"/>
          </a:p>
          <a:p>
            <a:pPr marL="306704" lvl="0" indent="-268584">
              <a:lnSpc>
                <a:spcPct val="100000"/>
              </a:lnSpc>
              <a:spcBef>
                <a:spcPts val="2800"/>
              </a:spcBef>
              <a:buClr>
                <a:srgbClr val="000000"/>
              </a:buClr>
              <a:buSzPct val="145000"/>
              <a:buFont typeface="Helvetica Neue"/>
              <a:buChar char="•"/>
            </a:pPr>
            <a:r>
              <a:rPr lang="en-US" sz="2760" dirty="0"/>
              <a:t>Interviews</a:t>
            </a:r>
            <a:endParaRPr lang="en-US" dirty="0"/>
          </a:p>
          <a:p>
            <a:pPr marL="306704" lvl="0" indent="-268584">
              <a:lnSpc>
                <a:spcPct val="100000"/>
              </a:lnSpc>
              <a:spcBef>
                <a:spcPts val="2800"/>
              </a:spcBef>
              <a:buClr>
                <a:srgbClr val="000000"/>
              </a:buClr>
              <a:buSzPct val="145000"/>
              <a:buFont typeface="Helvetica Neue"/>
              <a:buChar char="•"/>
            </a:pPr>
            <a:r>
              <a:rPr lang="en-US" sz="2760" dirty="0"/>
              <a:t>Surveys</a:t>
            </a:r>
            <a:endParaRPr lang="en-US" dirty="0"/>
          </a:p>
          <a:p>
            <a:pPr marL="552069" lvl="1" indent="-212008">
              <a:lnSpc>
                <a:spcPct val="100000"/>
              </a:lnSpc>
              <a:spcBef>
                <a:spcPts val="2200"/>
              </a:spcBef>
              <a:buSzPct val="145000"/>
              <a:buFont typeface="Helvetica Neue"/>
              <a:buChar char="‣"/>
            </a:pPr>
            <a:r>
              <a:rPr lang="en-US" sz="2415" dirty="0" err="1"/>
              <a:t>Standardised</a:t>
            </a:r>
            <a:r>
              <a:rPr lang="en-US" sz="2415" dirty="0"/>
              <a:t> questionnaires </a:t>
            </a:r>
            <a:br>
              <a:rPr lang="en-US" sz="2415" dirty="0"/>
            </a:br>
            <a:r>
              <a:rPr lang="en-US" sz="2415" dirty="0"/>
              <a:t>— e.g., SUS</a:t>
            </a:r>
            <a:endParaRPr lang="en-US" dirty="0"/>
          </a:p>
          <a:p>
            <a:pPr marL="306704" lvl="0" indent="-268584">
              <a:lnSpc>
                <a:spcPct val="100000"/>
              </a:lnSpc>
              <a:spcBef>
                <a:spcPts val="2800"/>
              </a:spcBef>
              <a:buClr>
                <a:srgbClr val="000000"/>
              </a:buClr>
              <a:buSzPct val="145000"/>
              <a:buFont typeface="Helvetica Neue"/>
              <a:buChar char="•"/>
            </a:pPr>
            <a:r>
              <a:rPr lang="en-US" sz="2760" dirty="0"/>
              <a:t>Prototyping</a:t>
            </a:r>
            <a:endParaRPr lang="en-US" dirty="0"/>
          </a:p>
          <a:p>
            <a:pPr marL="306704" lvl="0" indent="-268584">
              <a:lnSpc>
                <a:spcPct val="100000"/>
              </a:lnSpc>
              <a:spcBef>
                <a:spcPts val="2800"/>
              </a:spcBef>
              <a:buClr>
                <a:srgbClr val="000000"/>
              </a:buClr>
              <a:buSzPct val="145000"/>
              <a:buFont typeface="Helvetica Neue"/>
              <a:buChar char="•"/>
            </a:pPr>
            <a:r>
              <a:rPr lang="en-US" sz="2760" dirty="0"/>
              <a:t>User Experience (UX) testing</a:t>
            </a:r>
            <a:endParaRPr lang="en-US" dirty="0"/>
          </a:p>
          <a:p>
            <a:pPr marL="306704" lvl="0" indent="-268584">
              <a:lnSpc>
                <a:spcPct val="100000"/>
              </a:lnSpc>
              <a:spcBef>
                <a:spcPts val="2800"/>
              </a:spcBef>
              <a:buClr>
                <a:srgbClr val="000000"/>
              </a:buClr>
              <a:buSzPct val="145000"/>
              <a:buFont typeface="Helvetica Neue"/>
              <a:buChar char="•"/>
            </a:pPr>
            <a:r>
              <a:rPr lang="en-US" sz="2760" dirty="0"/>
              <a:t>Expert Consultation</a:t>
            </a:r>
            <a:endParaRPr lang="en-US" dirty="0"/>
          </a:p>
          <a:p>
            <a:pPr marL="306704" lvl="0" indent="-268584">
              <a:lnSpc>
                <a:spcPct val="100000"/>
              </a:lnSpc>
              <a:spcBef>
                <a:spcPts val="2800"/>
              </a:spcBef>
              <a:buClr>
                <a:srgbClr val="000000"/>
              </a:buClr>
              <a:buSzPct val="145000"/>
              <a:buFont typeface="Helvetica Neue"/>
              <a:buChar char="•"/>
            </a:pPr>
            <a:r>
              <a:rPr lang="en-US" sz="2760" dirty="0"/>
              <a:t>Crowdsourcing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652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77A6-FD91-DCAB-B033-35A0F72B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many users?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C6C2D-F713-5F75-4F90-3891A5A05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22273" lvl="0" indent="-422273">
              <a:lnSpc>
                <a:spcPct val="100000"/>
              </a:lnSpc>
              <a:spcBef>
                <a:spcPts val="0"/>
              </a:spcBef>
              <a:buClr>
                <a:srgbClr val="0076B9"/>
              </a:buClr>
              <a:buSzPts val="5510"/>
              <a:buFont typeface="Helvetica Neue"/>
              <a:buChar char="•"/>
            </a:pPr>
            <a:r>
              <a:rPr lang="en-US" dirty="0">
                <a:solidFill>
                  <a:srgbClr val="0076B9"/>
                </a:solidFill>
              </a:rPr>
              <a:t>Formative</a:t>
            </a:r>
            <a:r>
              <a:rPr lang="en-US" sz="3800" dirty="0"/>
              <a:t> </a:t>
            </a:r>
            <a:r>
              <a:rPr lang="en-US" dirty="0">
                <a:solidFill>
                  <a:srgbClr val="0076B9"/>
                </a:solidFill>
              </a:rPr>
              <a:t>evaluation</a:t>
            </a:r>
            <a:r>
              <a:rPr lang="en-US" sz="3800" dirty="0"/>
              <a:t> (User </a:t>
            </a:r>
            <a:r>
              <a:rPr lang="en-US" sz="3800" dirty="0" err="1"/>
              <a:t>Centred</a:t>
            </a:r>
            <a:r>
              <a:rPr lang="en-US" sz="3800" dirty="0"/>
              <a:t> Design) – finding out what users think before software is finished. </a:t>
            </a:r>
            <a:endParaRPr lang="en-US" dirty="0"/>
          </a:p>
          <a:p>
            <a:pPr marL="760094" lvl="1" indent="-337820">
              <a:lnSpc>
                <a:spcPct val="100000"/>
              </a:lnSpc>
              <a:spcBef>
                <a:spcPts val="3000"/>
              </a:spcBef>
              <a:buSzPts val="4785"/>
              <a:buFont typeface="Helvetica Neue"/>
              <a:buChar char="‣"/>
            </a:pPr>
            <a:r>
              <a:rPr lang="en-US" dirty="0">
                <a:solidFill>
                  <a:srgbClr val="0076B9"/>
                </a:solidFill>
              </a:rPr>
              <a:t>Exploratory</a:t>
            </a:r>
            <a:r>
              <a:rPr lang="en-US" sz="3325" dirty="0"/>
              <a:t> – require depth </a:t>
            </a:r>
            <a:r>
              <a:rPr lang="en-US" dirty="0">
                <a:solidFill>
                  <a:srgbClr val="0076B9"/>
                </a:solidFill>
              </a:rPr>
              <a:t>not loads of users</a:t>
            </a:r>
            <a:br>
              <a:rPr lang="en-US" dirty="0">
                <a:solidFill>
                  <a:srgbClr val="0076B9"/>
                </a:solidFill>
              </a:rPr>
            </a:br>
            <a:endParaRPr lang="en-US" dirty="0"/>
          </a:p>
          <a:p>
            <a:pPr marL="422273" lvl="0" indent="-422273">
              <a:lnSpc>
                <a:spcPct val="100000"/>
              </a:lnSpc>
              <a:spcBef>
                <a:spcPts val="3900"/>
              </a:spcBef>
              <a:buClr>
                <a:srgbClr val="0076B9"/>
              </a:buClr>
              <a:buSzPts val="5510"/>
              <a:buFont typeface="Helvetica Neue"/>
              <a:buChar char="•"/>
            </a:pPr>
            <a:r>
              <a:rPr lang="en-US" dirty="0">
                <a:solidFill>
                  <a:srgbClr val="0076B9"/>
                </a:solidFill>
              </a:rPr>
              <a:t>Summative</a:t>
            </a:r>
            <a:r>
              <a:rPr lang="en-US" sz="3800" dirty="0"/>
              <a:t> </a:t>
            </a:r>
            <a:r>
              <a:rPr lang="en-US" dirty="0">
                <a:solidFill>
                  <a:srgbClr val="0076B9"/>
                </a:solidFill>
              </a:rPr>
              <a:t>evaluation</a:t>
            </a:r>
            <a:r>
              <a:rPr lang="en-US" sz="3800" dirty="0"/>
              <a:t> – Hypothesis testing on final product (e.g., system A vs system B)</a:t>
            </a:r>
            <a:endParaRPr lang="en-US" dirty="0"/>
          </a:p>
          <a:p>
            <a:pPr marL="760094" lvl="1" indent="-337820">
              <a:lnSpc>
                <a:spcPct val="100000"/>
              </a:lnSpc>
              <a:spcBef>
                <a:spcPts val="3000"/>
              </a:spcBef>
              <a:buSzPts val="4821"/>
              <a:buFont typeface="Helvetica Neue"/>
              <a:buChar char="‣"/>
            </a:pPr>
            <a:r>
              <a:rPr lang="en-US" sz="3325" dirty="0"/>
              <a:t>Often requires </a:t>
            </a:r>
            <a:r>
              <a:rPr lang="en-US" dirty="0">
                <a:solidFill>
                  <a:srgbClr val="0076B9"/>
                </a:solidFill>
              </a:rPr>
              <a:t>lots of people</a:t>
            </a:r>
            <a:r>
              <a:rPr lang="en-US" sz="3325" dirty="0"/>
              <a:t> for statistically significant results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174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08C0-782B-24A9-F176-9FB2D42E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Formulating Questions for Surveys</a:t>
            </a:r>
          </a:p>
        </p:txBody>
      </p:sp>
      <p:pic>
        <p:nvPicPr>
          <p:cNvPr id="4" name="Google Shape;178;p6" descr="on-the-ballot.jpg">
            <a:extLst>
              <a:ext uri="{FF2B5EF4-FFF2-40B4-BE49-F238E27FC236}">
                <a16:creationId xmlns:a16="http://schemas.microsoft.com/office/drawing/2014/main" id="{377B0D6F-8E8C-69CB-C710-6EFE8E9739EB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4467225" y="2258219"/>
            <a:ext cx="3257550" cy="3486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7455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716E0-558B-F7F3-5D39-C7788498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7" y="0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143FF-2C5A-CB2D-0CF2-5C6F4A3B7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5769"/>
            <a:ext cx="10515600" cy="4683370"/>
          </a:xfrm>
        </p:spPr>
        <p:txBody>
          <a:bodyPr>
            <a:normAutofit fontScale="85000" lnSpcReduction="1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76B9"/>
              </a:buClr>
              <a:buSzPts val="5800"/>
              <a:buNone/>
            </a:pPr>
            <a:r>
              <a:rPr lang="en-US" dirty="0">
                <a:solidFill>
                  <a:srgbClr val="0076B9"/>
                </a:solidFill>
              </a:rPr>
              <a:t>Binary questions</a:t>
            </a:r>
            <a:r>
              <a:rPr lang="en-US" sz="4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</a:t>
            </a:r>
            <a:r>
              <a:rPr lang="en-US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question with only two possible answers (e.g. Yes/No)</a:t>
            </a:r>
            <a:endParaRPr lang="en-US" dirty="0"/>
          </a:p>
          <a:p>
            <a:pPr marL="800100" lvl="1" indent="-355600">
              <a:lnSpc>
                <a:spcPct val="100000"/>
              </a:lnSpc>
              <a:spcBef>
                <a:spcPts val="3200"/>
              </a:spcBef>
              <a:buSzPts val="5075"/>
              <a:buFont typeface="Helvetica Neue"/>
              <a:buChar char="‣"/>
            </a:pPr>
            <a:r>
              <a:rPr lang="en-US" dirty="0">
                <a:solidFill>
                  <a:srgbClr val="B41600"/>
                </a:solidFill>
              </a:rPr>
              <a:t>Avoid</a:t>
            </a:r>
            <a:r>
              <a:rPr lang="en-US" dirty="0"/>
              <a:t> in general because it </a:t>
            </a:r>
            <a:r>
              <a:rPr lang="en-US" dirty="0">
                <a:solidFill>
                  <a:srgbClr val="B41600"/>
                </a:solidFill>
              </a:rPr>
              <a:t>forces</a:t>
            </a:r>
            <a:r>
              <a:rPr lang="en-US" dirty="0"/>
              <a:t> the </a:t>
            </a:r>
            <a:r>
              <a:rPr lang="en-US" dirty="0">
                <a:solidFill>
                  <a:srgbClr val="0076B9"/>
                </a:solidFill>
              </a:rPr>
              <a:t>interviewee</a:t>
            </a:r>
            <a:r>
              <a:rPr lang="en-US" dirty="0"/>
              <a:t> to pick one even if it doesn’t represent </a:t>
            </a:r>
            <a:r>
              <a:rPr lang="ro-RO" dirty="0"/>
              <a:t>their</a:t>
            </a:r>
            <a:r>
              <a:rPr lang="en-US" dirty="0"/>
              <a:t> opinion</a:t>
            </a:r>
          </a:p>
          <a:p>
            <a:pPr marL="444498" lvl="0" indent="-444498">
              <a:lnSpc>
                <a:spcPct val="100000"/>
              </a:lnSpc>
              <a:spcBef>
                <a:spcPts val="0"/>
              </a:spcBef>
              <a:buClr>
                <a:srgbClr val="0076B9"/>
              </a:buClr>
              <a:buSzPts val="5800"/>
              <a:buFont typeface="Helvetica Neue"/>
              <a:buChar char="•"/>
            </a:pPr>
            <a:endParaRPr lang="ro-RO" sz="2400" dirty="0">
              <a:solidFill>
                <a:srgbClr val="0076B9"/>
              </a:solidFill>
            </a:endParaRPr>
          </a:p>
          <a:p>
            <a:pPr marL="444498" lvl="0" indent="-444498">
              <a:lnSpc>
                <a:spcPct val="100000"/>
              </a:lnSpc>
              <a:spcBef>
                <a:spcPts val="0"/>
              </a:spcBef>
              <a:buClr>
                <a:srgbClr val="0076B9"/>
              </a:buClr>
              <a:buSzPts val="5800"/>
              <a:buFont typeface="Helvetica Neue"/>
              <a:buChar char="•"/>
            </a:pPr>
            <a:endParaRPr lang="ro-RO" sz="2400" dirty="0">
              <a:solidFill>
                <a:srgbClr val="0076B9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76B9"/>
              </a:buClr>
              <a:buSzPts val="5800"/>
              <a:buNone/>
            </a:pPr>
            <a:r>
              <a:rPr lang="en-US" dirty="0">
                <a:solidFill>
                  <a:srgbClr val="0076B9"/>
                </a:solidFill>
              </a:rPr>
              <a:t>Closed</a:t>
            </a:r>
            <a:r>
              <a:rPr lang="en-US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>
                <a:solidFill>
                  <a:srgbClr val="0076B9"/>
                </a:solidFill>
              </a:rPr>
              <a:t>questions</a:t>
            </a:r>
            <a:r>
              <a:rPr lang="en-US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used for specific, factual information or clarification questions</a:t>
            </a:r>
            <a:endParaRPr lang="en-US" dirty="0"/>
          </a:p>
          <a:p>
            <a:pPr marL="800100" lvl="1" indent="-355600">
              <a:lnSpc>
                <a:spcPct val="100000"/>
              </a:lnSpc>
              <a:spcBef>
                <a:spcPts val="3200"/>
              </a:spcBef>
              <a:buSzPts val="5075"/>
              <a:buFont typeface="Helvetica Neue"/>
              <a:buChar char="‣"/>
            </a:pPr>
            <a:r>
              <a:rPr lang="en-US" sz="2800" dirty="0"/>
              <a:t>e.g. “What type of phone do you use? Pick one from the pull down list.”</a:t>
            </a:r>
          </a:p>
          <a:p>
            <a:pPr marL="800100" lvl="1" indent="-355600">
              <a:lnSpc>
                <a:spcPct val="100000"/>
              </a:lnSpc>
              <a:spcBef>
                <a:spcPts val="3200"/>
              </a:spcBef>
              <a:buSzPts val="5075"/>
              <a:buFont typeface="Helvetica Neue"/>
              <a:buChar char="‣"/>
            </a:pPr>
            <a:r>
              <a:rPr lang="en-US" sz="2800" dirty="0"/>
              <a:t>e.g., “How engaging was the dialogue system’s response? Rate from 1 to 5.” [</a:t>
            </a:r>
            <a:r>
              <a:rPr lang="en-US" sz="2800" dirty="0">
                <a:solidFill>
                  <a:srgbClr val="0076B9"/>
                </a:solidFill>
              </a:rPr>
              <a:t>Likert Scale</a:t>
            </a:r>
            <a:r>
              <a:rPr lang="en-US" sz="2800" dirty="0"/>
              <a:t>]</a:t>
            </a:r>
          </a:p>
          <a:p>
            <a:endParaRPr lang="en-US" dirty="0"/>
          </a:p>
        </p:txBody>
      </p:sp>
      <p:pic>
        <p:nvPicPr>
          <p:cNvPr id="4" name="Google Shape;194;p8" descr="Image">
            <a:extLst>
              <a:ext uri="{FF2B5EF4-FFF2-40B4-BE49-F238E27FC236}">
                <a16:creationId xmlns:a16="http://schemas.microsoft.com/office/drawing/2014/main" id="{7E9F0259-C73D-0CD3-C1B0-D81694B6EA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9321" y="4431323"/>
            <a:ext cx="5011772" cy="2217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6985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47C6-E484-4DA7-608B-7C289B79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0ED4-197B-615E-43CF-22FFA009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7" y="0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B90B-2DD4-45AA-A2DD-E73A605C5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07" y="1717431"/>
            <a:ext cx="10515600" cy="4683370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76B9"/>
              </a:buClr>
              <a:buSzPts val="5800"/>
              <a:buNone/>
            </a:pPr>
            <a:r>
              <a:rPr lang="en-US" sz="3200" dirty="0">
                <a:solidFill>
                  <a:srgbClr val="0076B9"/>
                </a:solidFill>
              </a:rPr>
              <a:t>Open-ended questions</a:t>
            </a:r>
            <a:r>
              <a:rPr lang="en-US" sz="32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used to invite participant to describe </a:t>
            </a:r>
            <a:r>
              <a:rPr lang="en-US" sz="3200" dirty="0"/>
              <a:t>their</a:t>
            </a:r>
            <a:r>
              <a:rPr lang="en-US" sz="32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experience</a:t>
            </a:r>
            <a:endParaRPr lang="en-US" sz="3200" dirty="0"/>
          </a:p>
          <a:p>
            <a:pPr marL="800100" lvl="1" indent="-355600">
              <a:lnSpc>
                <a:spcPct val="100000"/>
              </a:lnSpc>
              <a:spcBef>
                <a:spcPts val="3200"/>
              </a:spcBef>
              <a:buSzPts val="5075"/>
              <a:buFont typeface="Helvetica Neue"/>
              <a:buChar char="‣"/>
            </a:pPr>
            <a:r>
              <a:rPr lang="en-US" dirty="0"/>
              <a:t>e.g., “describe what you see on this screen”</a:t>
            </a:r>
            <a:endParaRPr lang="ro-RO" dirty="0"/>
          </a:p>
          <a:p>
            <a:pPr marL="800100" lvl="1" indent="-355600">
              <a:lnSpc>
                <a:spcPct val="100000"/>
              </a:lnSpc>
              <a:spcBef>
                <a:spcPts val="3200"/>
              </a:spcBef>
              <a:buSzPts val="5075"/>
              <a:buFont typeface="Helvetica Neue"/>
              <a:buChar char="‣"/>
            </a:pPr>
            <a:r>
              <a:rPr lang="en-US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Useful for getting information from user </a:t>
            </a:r>
            <a:r>
              <a:rPr lang="en-US" dirty="0">
                <a:solidFill>
                  <a:srgbClr val="B41600"/>
                </a:solidFill>
              </a:rPr>
              <a:t>without</a:t>
            </a:r>
            <a:r>
              <a:rPr lang="en-US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>
                <a:solidFill>
                  <a:srgbClr val="B41600"/>
                </a:solidFill>
              </a:rPr>
              <a:t>biasing</a:t>
            </a:r>
            <a:r>
              <a:rPr lang="en-US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o-RO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their</a:t>
            </a:r>
            <a:r>
              <a:rPr lang="en-US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>
                <a:solidFill>
                  <a:srgbClr val="0076B9"/>
                </a:solidFill>
              </a:rPr>
              <a:t>response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571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DD0F4-8A0F-B19F-D719-7E36B2CE7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1998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Standardised</a:t>
            </a:r>
            <a:r>
              <a:rPr lang="en-US" dirty="0"/>
              <a:t> Questionnaires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28DC8-1AFC-1B1F-01DF-C0D72951E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124"/>
            <a:ext cx="10902462" cy="5404338"/>
          </a:xfrm>
        </p:spPr>
        <p:txBody>
          <a:bodyPr>
            <a:normAutofit fontScale="62500" lnSpcReduction="2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76B9"/>
              </a:buClr>
              <a:buSzPts val="4495"/>
              <a:buNone/>
            </a:pPr>
            <a:r>
              <a:rPr lang="en-US" dirty="0" err="1">
                <a:solidFill>
                  <a:srgbClr val="0076B9"/>
                </a:solidFill>
              </a:rPr>
              <a:t>Standardised</a:t>
            </a:r>
            <a:r>
              <a:rPr lang="en-US" sz="3120" dirty="0"/>
              <a:t> </a:t>
            </a:r>
            <a:r>
              <a:rPr lang="en-US" dirty="0">
                <a:solidFill>
                  <a:srgbClr val="0076B9"/>
                </a:solidFill>
              </a:rPr>
              <a:t>questions</a:t>
            </a:r>
            <a:r>
              <a:rPr lang="en-US" sz="3120" dirty="0"/>
              <a:t> are tried and tested. </a:t>
            </a:r>
            <a:br>
              <a:rPr lang="en-US" sz="3120" dirty="0"/>
            </a:br>
            <a:r>
              <a:rPr lang="en-US" sz="3120" dirty="0"/>
              <a:t>They have </a:t>
            </a:r>
            <a:endParaRPr lang="en-US" dirty="0"/>
          </a:p>
          <a:p>
            <a:pPr marL="624077" lvl="1" indent="-277368">
              <a:lnSpc>
                <a:spcPct val="100000"/>
              </a:lnSpc>
              <a:spcBef>
                <a:spcPts val="2400"/>
              </a:spcBef>
              <a:buSzPts val="3959"/>
              <a:buFont typeface="Helvetica Neue"/>
              <a:buChar char="‣"/>
            </a:pPr>
            <a:r>
              <a:rPr lang="en-US" sz="2730" dirty="0"/>
              <a:t>good </a:t>
            </a:r>
            <a:r>
              <a:rPr lang="en-US" dirty="0">
                <a:solidFill>
                  <a:srgbClr val="0076B9"/>
                </a:solidFill>
              </a:rPr>
              <a:t>consistency</a:t>
            </a:r>
            <a:r>
              <a:rPr lang="en-US" sz="2730" dirty="0"/>
              <a:t> across </a:t>
            </a:r>
            <a:r>
              <a:rPr lang="en-US" dirty="0">
                <a:solidFill>
                  <a:srgbClr val="0076B9"/>
                </a:solidFill>
              </a:rPr>
              <a:t>questions</a:t>
            </a:r>
            <a:r>
              <a:rPr lang="en-US" sz="2730" dirty="0"/>
              <a:t> (i.e., they are rated pretty much along the same scale), and</a:t>
            </a:r>
            <a:endParaRPr lang="en-US" dirty="0"/>
          </a:p>
          <a:p>
            <a:pPr marL="624077" lvl="1" indent="-277368">
              <a:lnSpc>
                <a:spcPct val="100000"/>
              </a:lnSpc>
              <a:spcBef>
                <a:spcPts val="2400"/>
              </a:spcBef>
              <a:buSzPts val="3959"/>
              <a:buFont typeface="Helvetica Neue"/>
              <a:buChar char="‣"/>
            </a:pPr>
            <a:r>
              <a:rPr lang="en-US" sz="2730" dirty="0"/>
              <a:t>good </a:t>
            </a:r>
            <a:r>
              <a:rPr lang="en-US" dirty="0">
                <a:solidFill>
                  <a:srgbClr val="0076B9"/>
                </a:solidFill>
              </a:rPr>
              <a:t>validity</a:t>
            </a:r>
            <a:r>
              <a:rPr lang="en-US" sz="2730" dirty="0"/>
              <a:t> (i.e., they measure what they are supposed to)</a:t>
            </a: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3200"/>
              </a:spcBef>
              <a:buClr>
                <a:srgbClr val="000000"/>
              </a:buClr>
              <a:buSzPts val="4524"/>
              <a:buNone/>
            </a:pPr>
            <a:r>
              <a:rPr lang="en-US" sz="3120" dirty="0"/>
              <a:t>Examples</a:t>
            </a:r>
            <a:endParaRPr lang="ro-RO" sz="3120" dirty="0"/>
          </a:p>
          <a:p>
            <a:pPr marL="624077" lvl="1" indent="-277368">
              <a:spcBef>
                <a:spcPts val="2400"/>
              </a:spcBef>
              <a:buSzPts val="3959"/>
            </a:pPr>
            <a:r>
              <a:rPr lang="en-US" sz="2730" dirty="0"/>
              <a:t>QUIS (</a:t>
            </a:r>
            <a:r>
              <a:rPr lang="en-US" sz="2800" dirty="0"/>
              <a:t>Questionnaire for User Interface Satisfaction</a:t>
            </a:r>
            <a:r>
              <a:rPr lang="en-US" sz="2730" dirty="0"/>
              <a:t>)  </a:t>
            </a:r>
          </a:p>
          <a:p>
            <a:pPr marL="624077" lvl="1" indent="-277368">
              <a:spcBef>
                <a:spcPts val="2400"/>
              </a:spcBef>
              <a:buSzPts val="3959"/>
            </a:pPr>
            <a:r>
              <a:rPr lang="en-US" sz="2730" dirty="0"/>
              <a:t>SUMI (</a:t>
            </a:r>
            <a:r>
              <a:rPr lang="en-US" sz="2800" dirty="0"/>
              <a:t>Software Usability Measurement Inventory</a:t>
            </a:r>
            <a:r>
              <a:rPr lang="en-US" sz="2730" dirty="0"/>
              <a:t>)</a:t>
            </a:r>
          </a:p>
          <a:p>
            <a:pPr marL="1081277" lvl="2" indent="-277368">
              <a:spcBef>
                <a:spcPts val="2400"/>
              </a:spcBef>
              <a:buSzPts val="3959"/>
              <a:buFont typeface="Helvetica Neue"/>
              <a:buChar char="‣"/>
            </a:pPr>
            <a:r>
              <a:rPr lang="en-US" sz="2730" dirty="0"/>
              <a:t>both require license</a:t>
            </a:r>
            <a:endParaRPr lang="en-US" dirty="0"/>
          </a:p>
          <a:p>
            <a:pPr marL="624077" lvl="1" indent="-277368">
              <a:spcBef>
                <a:spcPts val="2400"/>
              </a:spcBef>
              <a:buSzPts val="3959"/>
            </a:pPr>
            <a:r>
              <a:rPr lang="en-US" sz="2730" dirty="0"/>
              <a:t>PSSUQ (</a:t>
            </a:r>
            <a:r>
              <a:rPr lang="en-US" sz="2800" dirty="0"/>
              <a:t>Post-Study System Usability Questionnaire</a:t>
            </a:r>
            <a:r>
              <a:rPr lang="en-US" sz="2730" dirty="0"/>
              <a:t>)</a:t>
            </a:r>
          </a:p>
          <a:p>
            <a:pPr marL="624077" lvl="1" indent="-277368">
              <a:spcBef>
                <a:spcPts val="2400"/>
              </a:spcBef>
              <a:buSzPts val="3959"/>
            </a:pPr>
            <a:r>
              <a:rPr lang="en-US" sz="2800" dirty="0">
                <a:solidFill>
                  <a:srgbClr val="0076B9"/>
                </a:solidFill>
              </a:rPr>
              <a:t>SUS </a:t>
            </a:r>
            <a:r>
              <a:rPr lang="ro-RO" sz="2800" dirty="0"/>
              <a:t>(S</a:t>
            </a:r>
            <a:r>
              <a:rPr lang="en-US" sz="2800" dirty="0" err="1"/>
              <a:t>ystem</a:t>
            </a:r>
            <a:r>
              <a:rPr lang="en-US" sz="2800" dirty="0"/>
              <a:t> Usability Scale)</a:t>
            </a:r>
            <a:endParaRPr lang="en-US" sz="2730" dirty="0"/>
          </a:p>
          <a:p>
            <a:pPr marL="1081277" lvl="2" indent="-277368">
              <a:spcBef>
                <a:spcPts val="2400"/>
              </a:spcBef>
              <a:buSzPts val="3959"/>
              <a:buFont typeface="Helvetica Neue"/>
              <a:buChar char="‣"/>
            </a:pPr>
            <a:r>
              <a:rPr lang="en-US" sz="2730" dirty="0"/>
              <a:t>free, but cite source</a:t>
            </a: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3200"/>
              </a:spcBef>
              <a:buClr>
                <a:srgbClr val="000000"/>
              </a:buClr>
              <a:buSzPts val="4524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404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6;g1fcff68612b_0_193">
            <a:extLst>
              <a:ext uri="{FF2B5EF4-FFF2-40B4-BE49-F238E27FC236}">
                <a16:creationId xmlns:a16="http://schemas.microsoft.com/office/drawing/2014/main" id="{BB8DD3C9-858B-8038-43A1-64E2A85CA05D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2586" y="82062"/>
            <a:ext cx="8387860" cy="67231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8087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B2DD-B0C8-2DCC-7AC8-BD9B8413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How do we use the collected data?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9684-831A-272D-EEE4-690B6BC9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(Basic) Statistical Analysis</a:t>
            </a:r>
          </a:p>
          <a:p>
            <a:r>
              <a:rPr lang="en-US" dirty="0"/>
              <a:t>A way to </a:t>
            </a:r>
            <a:r>
              <a:rPr lang="en-US" b="1" dirty="0"/>
              <a:t>summarize, organize, and interpret data</a:t>
            </a:r>
            <a:endParaRPr lang="en-US" dirty="0"/>
          </a:p>
          <a:p>
            <a:r>
              <a:rPr lang="en-US" dirty="0"/>
              <a:t>Helps turn</a:t>
            </a:r>
            <a:r>
              <a:rPr lang="ro-RO" dirty="0"/>
              <a:t>ing</a:t>
            </a:r>
            <a:r>
              <a:rPr lang="en-US" dirty="0"/>
              <a:t> raw data into </a:t>
            </a:r>
            <a:r>
              <a:rPr lang="en-US" b="1" dirty="0"/>
              <a:t>meaningful information</a:t>
            </a:r>
            <a:endParaRPr lang="en-US" dirty="0"/>
          </a:p>
          <a:p>
            <a:r>
              <a:rPr lang="en-US" dirty="0"/>
              <a:t>Two main types:</a:t>
            </a:r>
          </a:p>
          <a:p>
            <a:pPr lvl="1"/>
            <a:r>
              <a:rPr lang="en-US" b="1" dirty="0"/>
              <a:t>Descriptive statistics</a:t>
            </a:r>
            <a:r>
              <a:rPr lang="en-US" dirty="0"/>
              <a:t> → describe data (averages, spread, patterns)</a:t>
            </a:r>
            <a:endParaRPr lang="ro-RO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/>
              <a:t>Inferential statistics</a:t>
            </a:r>
            <a:r>
              <a:rPr lang="en-US" dirty="0"/>
              <a:t> → make predictions or generalizations about a population from a sample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516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495D-3D26-E1B3-18FD-93BDB6AE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663"/>
            <a:ext cx="10515600" cy="1325563"/>
          </a:xfrm>
        </p:spPr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Descriptive statistics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51D4B4-162B-5F3E-17DF-62916E93A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6123" y="1896578"/>
            <a:ext cx="10099431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o-RO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of center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Mean, median, mode</a:t>
            </a:r>
            <a:endParaRPr kumimoji="0" lang="ro-RO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o-RO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o-RO" altLang="en-US" dirty="0">
                <a:latin typeface="Arial" panose="020B0604020202020204" pitchFamily="34" charset="0"/>
              </a:rPr>
              <a:t>Measures of variability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Range, variance, standard deviation</a:t>
            </a:r>
            <a:endParaRPr kumimoji="0" lang="ro-RO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o-RO" altLang="en-US" b="1" dirty="0">
              <a:latin typeface="Arial" panose="020B0604020202020204" pitchFamily="34" charset="0"/>
            </a:endParaRPr>
          </a:p>
          <a:p>
            <a:pPr marL="2286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</a:t>
            </a:r>
            <a:endParaRPr kumimoji="0" lang="ro-RO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85800"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ables, histograms, bar charts, scatter plots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583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AE39-D3C6-AD37-4012-0FFE6A2D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Inferential statistics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9E15F5-A2B0-12AA-87AB-62AF739A81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4673" y="1321356"/>
            <a:ext cx="1086265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Hypothesis testing</a:t>
            </a:r>
            <a:endParaRPr kumimoji="0" lang="ro-RO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Method to check if there is enough evidence in a sample to support </a:t>
            </a:r>
            <a:endParaRPr lang="ro-RO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a claim about the population</a:t>
            </a:r>
            <a:endParaRPr kumimoji="0" lang="ro-RO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intervals</a:t>
            </a:r>
            <a:endParaRPr kumimoji="0" lang="ro-RO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A range of values, calculated from the sample, that is likely to </a:t>
            </a:r>
            <a:endParaRPr lang="ro-RO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contain the true population parameter</a:t>
            </a:r>
            <a:endParaRPr kumimoji="0" lang="ro-RO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</a:t>
            </a:r>
            <a:endParaRPr kumimoji="0" lang="ro-RO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Measures the strength and direction of a relationship between two variables</a:t>
            </a:r>
            <a:endParaRPr lang="ro-RO" dirty="0">
              <a:latin typeface="Arial" panose="020B0604020202020204" pitchFamily="34" charset="0"/>
            </a:endParaRPr>
          </a:p>
          <a:p>
            <a:pPr marL="228600"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o-RO" altLang="en-US" sz="2800" dirty="0">
                <a:latin typeface="Arial" panose="020B0604020202020204" pitchFamily="34" charset="0"/>
              </a:rPr>
              <a:t>R</a:t>
            </a:r>
            <a:r>
              <a:rPr lang="en-US" altLang="en-US" sz="2800" dirty="0">
                <a:latin typeface="Arial" panose="020B0604020202020204" pitchFamily="34" charset="0"/>
              </a:rPr>
              <a:t>egression</a:t>
            </a:r>
            <a:endParaRPr lang="ro-RO" altLang="en-US" sz="2800" dirty="0">
              <a:latin typeface="Arial" panose="020B0604020202020204" pitchFamily="34" charset="0"/>
            </a:endParaRPr>
          </a:p>
          <a:p>
            <a:pPr marL="685800"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o-RO" altLang="en-US" sz="2400" dirty="0"/>
              <a:t>A method </a:t>
            </a:r>
            <a:r>
              <a:rPr lang="ro-RO" altLang="en-US" sz="2400"/>
              <a:t>that </a:t>
            </a:r>
            <a:r>
              <a:rPr lang="en-US" sz="2400"/>
              <a:t>models </a:t>
            </a:r>
            <a:r>
              <a:rPr lang="en-US" sz="2400" dirty="0"/>
              <a:t>the relationship between a dependent variable </a:t>
            </a:r>
            <a:endParaRPr lang="ro-RO" sz="2400" dirty="0"/>
          </a:p>
          <a:p>
            <a:pPr marL="4572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and one (or more) independent variables.</a:t>
            </a:r>
            <a:endParaRPr lang="ro-RO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93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</TotalTime>
  <Words>1408</Words>
  <Application>Microsoft Office PowerPoint</Application>
  <PresentationFormat>Widescreen</PresentationFormat>
  <Paragraphs>223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Helvetica Neue</vt:lpstr>
      <vt:lpstr>Helvetica Neue Light</vt:lpstr>
      <vt:lpstr>Office Theme</vt:lpstr>
      <vt:lpstr>Experimental design</vt:lpstr>
      <vt:lpstr>In this lecture…</vt:lpstr>
      <vt:lpstr>What is an experiment?</vt:lpstr>
      <vt:lpstr>Experiments...things to think about</vt:lpstr>
      <vt:lpstr>Data</vt:lpstr>
      <vt:lpstr>Subjective Data</vt:lpstr>
      <vt:lpstr>Objective Data</vt:lpstr>
      <vt:lpstr>Subjective vs Objective</vt:lpstr>
      <vt:lpstr>Quantitative and Qualitative Data</vt:lpstr>
      <vt:lpstr>Quantitative vs Qualitative Data Analysis</vt:lpstr>
      <vt:lpstr>Experimental Flowchart</vt:lpstr>
      <vt:lpstr>Experimental Design</vt:lpstr>
      <vt:lpstr>Goals of the study</vt:lpstr>
      <vt:lpstr>Hypothesis</vt:lpstr>
      <vt:lpstr>Hypothesis: Examples</vt:lpstr>
      <vt:lpstr>Hypothesis Properties: Testable</vt:lpstr>
      <vt:lpstr>Hypothesis Properties: Falsifiable</vt:lpstr>
      <vt:lpstr>Hypothesis Properties:  Scientific and Measurable</vt:lpstr>
      <vt:lpstr>Principles of experimental design</vt:lpstr>
      <vt:lpstr>Designing Experiments: Recipe</vt:lpstr>
      <vt:lpstr>Ways to work with users</vt:lpstr>
      <vt:lpstr>How many users?</vt:lpstr>
      <vt:lpstr>Formulating Questions for Surveys</vt:lpstr>
      <vt:lpstr>Question types</vt:lpstr>
      <vt:lpstr>Question types</vt:lpstr>
      <vt:lpstr>Use Standardised Questionnaires</vt:lpstr>
      <vt:lpstr>PowerPoint Presentation</vt:lpstr>
      <vt:lpstr>How do we use the collected data?</vt:lpstr>
      <vt:lpstr>Descriptive statistics </vt:lpstr>
      <vt:lpstr>Inferential statistics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Turcanu</dc:creator>
  <cp:lastModifiedBy>Turcanu, Adrian</cp:lastModifiedBy>
  <cp:revision>5</cp:revision>
  <dcterms:created xsi:type="dcterms:W3CDTF">2025-09-21T08:50:14Z</dcterms:created>
  <dcterms:modified xsi:type="dcterms:W3CDTF">2025-09-22T12:56:34Z</dcterms:modified>
</cp:coreProperties>
</file>